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78" r:id="rId25"/>
    <p:sldId id="280" r:id="rId2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982D70-5E0C-4D4F-82EA-7B58140616F7}" v="26" dt="2026-08-20T18:59:19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es Belhoussine" userId="8779269a92f3eda0" providerId="LiveId" clId="{EDAE93F2-2B1F-4FE5-BBF4-E2EB8FC2390D}"/>
    <pc:docChg chg="undo custSel addSld delSld modSld sldOrd">
      <pc:chgData name="Ines Belhoussine" userId="8779269a92f3eda0" providerId="LiveId" clId="{EDAE93F2-2B1F-4FE5-BBF4-E2EB8FC2390D}" dt="2026-08-20T17:49:32.084" v="9230" actId="20577"/>
      <pc:docMkLst>
        <pc:docMk/>
      </pc:docMkLst>
      <pc:sldChg chg="addSp delSp modSp mod setBg">
        <pc:chgData name="Ines Belhoussine" userId="8779269a92f3eda0" providerId="LiveId" clId="{EDAE93F2-2B1F-4FE5-BBF4-E2EB8FC2390D}" dt="2026-08-18T23:02:25.488" v="822" actId="20577"/>
        <pc:sldMkLst>
          <pc:docMk/>
          <pc:sldMk cId="2637289792" sldId="256"/>
        </pc:sldMkLst>
        <pc:spChg chg="mod">
          <ac:chgData name="Ines Belhoussine" userId="8779269a92f3eda0" providerId="LiveId" clId="{EDAE93F2-2B1F-4FE5-BBF4-E2EB8FC2390D}" dt="2026-08-18T23:00:38.008" v="528" actId="26606"/>
          <ac:spMkLst>
            <pc:docMk/>
            <pc:sldMk cId="2637289792" sldId="256"/>
            <ac:spMk id="2" creationId="{9BE0AA55-19BE-BF19-72D7-54F1F567C670}"/>
          </ac:spMkLst>
        </pc:spChg>
        <pc:spChg chg="mod">
          <ac:chgData name="Ines Belhoussine" userId="8779269a92f3eda0" providerId="LiveId" clId="{EDAE93F2-2B1F-4FE5-BBF4-E2EB8FC2390D}" dt="2026-08-18T23:02:25.488" v="822" actId="20577"/>
          <ac:spMkLst>
            <pc:docMk/>
            <pc:sldMk cId="2637289792" sldId="256"/>
            <ac:spMk id="3" creationId="{A8AEBE8F-686D-DCEE-92E0-21D8579E6933}"/>
          </ac:spMkLst>
        </pc:spChg>
        <pc:spChg chg="add">
          <ac:chgData name="Ines Belhoussine" userId="8779269a92f3eda0" providerId="LiveId" clId="{EDAE93F2-2B1F-4FE5-BBF4-E2EB8FC2390D}" dt="2026-08-18T23:00:38.008" v="528" actId="26606"/>
          <ac:spMkLst>
            <pc:docMk/>
            <pc:sldMk cId="2637289792" sldId="256"/>
            <ac:spMk id="17" creationId="{943CAA20-3569-4189-9E48-239A229A86CA}"/>
          </ac:spMkLst>
        </pc:spChg>
        <pc:spChg chg="add">
          <ac:chgData name="Ines Belhoussine" userId="8779269a92f3eda0" providerId="LiveId" clId="{EDAE93F2-2B1F-4FE5-BBF4-E2EB8FC2390D}" dt="2026-08-18T23:00:38.008" v="528" actId="26606"/>
          <ac:spMkLst>
            <pc:docMk/>
            <pc:sldMk cId="2637289792" sldId="256"/>
            <ac:spMk id="19" creationId="{DA542B6D-E775-4832-91DC-2D20F857813A}"/>
          </ac:spMkLst>
        </pc:spChg>
      </pc:sldChg>
      <pc:sldChg chg="addSp delSp modSp mod setBg">
        <pc:chgData name="Ines Belhoussine" userId="8779269a92f3eda0" providerId="LiveId" clId="{EDAE93F2-2B1F-4FE5-BBF4-E2EB8FC2390D}" dt="2026-08-18T23:09:14.570" v="1394" actId="113"/>
        <pc:sldMkLst>
          <pc:docMk/>
          <pc:sldMk cId="2540285953" sldId="257"/>
        </pc:sldMkLst>
        <pc:spChg chg="mod">
          <ac:chgData name="Ines Belhoussine" userId="8779269a92f3eda0" providerId="LiveId" clId="{EDAE93F2-2B1F-4FE5-BBF4-E2EB8FC2390D}" dt="2026-08-18T23:03:19.825" v="843" actId="20577"/>
          <ac:spMkLst>
            <pc:docMk/>
            <pc:sldMk cId="2540285953" sldId="257"/>
            <ac:spMk id="2" creationId="{702A3A2E-0A8A-063A-D4AC-D0E5ABE346C2}"/>
          </ac:spMkLst>
        </pc:spChg>
        <pc:spChg chg="mod">
          <ac:chgData name="Ines Belhoussine" userId="8779269a92f3eda0" providerId="LiveId" clId="{EDAE93F2-2B1F-4FE5-BBF4-E2EB8FC2390D}" dt="2026-08-18T23:09:14.570" v="1394" actId="113"/>
          <ac:spMkLst>
            <pc:docMk/>
            <pc:sldMk cId="2540285953" sldId="257"/>
            <ac:spMk id="3" creationId="{016A4FA7-DBCE-6BE8-A236-D8124EF0450E}"/>
          </ac:spMkLst>
        </pc:spChg>
        <pc:spChg chg="add">
          <ac:chgData name="Ines Belhoussine" userId="8779269a92f3eda0" providerId="LiveId" clId="{EDAE93F2-2B1F-4FE5-BBF4-E2EB8FC2390D}" dt="2026-08-17T21:59:04.159" v="502" actId="26606"/>
          <ac:spMkLst>
            <pc:docMk/>
            <pc:sldMk cId="2540285953" sldId="257"/>
            <ac:spMk id="8" creationId="{DAF1966E-FD40-4A4A-B61B-C4DF7FA05F06}"/>
          </ac:spMkLst>
        </pc:spChg>
        <pc:spChg chg="add">
          <ac:chgData name="Ines Belhoussine" userId="8779269a92f3eda0" providerId="LiveId" clId="{EDAE93F2-2B1F-4FE5-BBF4-E2EB8FC2390D}" dt="2026-08-17T21:59:04.159" v="502" actId="26606"/>
          <ac:spMkLst>
            <pc:docMk/>
            <pc:sldMk cId="2540285953" sldId="257"/>
            <ac:spMk id="10" creationId="{047BFA19-D45E-416B-A404-7AF2F3F27017}"/>
          </ac:spMkLst>
        </pc:spChg>
        <pc:spChg chg="add">
          <ac:chgData name="Ines Belhoussine" userId="8779269a92f3eda0" providerId="LiveId" clId="{EDAE93F2-2B1F-4FE5-BBF4-E2EB8FC2390D}" dt="2026-08-17T21:59:04.159" v="502" actId="26606"/>
          <ac:spMkLst>
            <pc:docMk/>
            <pc:sldMk cId="2540285953" sldId="257"/>
            <ac:spMk id="12" creationId="{8E0105E7-23DB-4CF2-8258-FF47C7620F6E}"/>
          </ac:spMkLst>
        </pc:spChg>
        <pc:spChg chg="add">
          <ac:chgData name="Ines Belhoussine" userId="8779269a92f3eda0" providerId="LiveId" clId="{EDAE93F2-2B1F-4FE5-BBF4-E2EB8FC2390D}" dt="2026-08-17T21:59:04.159" v="502" actId="26606"/>
          <ac:spMkLst>
            <pc:docMk/>
            <pc:sldMk cId="2540285953" sldId="257"/>
            <ac:spMk id="14" creationId="{074B4F7D-14B2-478B-8BF5-01E4E0C5D263}"/>
          </ac:spMkLst>
        </pc:spChg>
        <pc:cxnChg chg="add mod">
          <ac:chgData name="Ines Belhoussine" userId="8779269a92f3eda0" providerId="LiveId" clId="{EDAE93F2-2B1F-4FE5-BBF4-E2EB8FC2390D}" dt="2026-08-18T23:07:05.116" v="1294" actId="208"/>
          <ac:cxnSpMkLst>
            <pc:docMk/>
            <pc:sldMk cId="2540285953" sldId="257"/>
            <ac:cxnSpMk id="7" creationId="{94EA3A9A-A54D-ABC3-4C56-D78F9706E152}"/>
          </ac:cxnSpMkLst>
        </pc:cxnChg>
        <pc:cxnChg chg="add mod">
          <ac:chgData name="Ines Belhoussine" userId="8779269a92f3eda0" providerId="LiveId" clId="{EDAE93F2-2B1F-4FE5-BBF4-E2EB8FC2390D}" dt="2026-08-18T23:07:10.788" v="1295" actId="208"/>
          <ac:cxnSpMkLst>
            <pc:docMk/>
            <pc:sldMk cId="2540285953" sldId="257"/>
            <ac:cxnSpMk id="9" creationId="{08D9A923-0F54-B5E1-FE9B-D6459243DFC4}"/>
          </ac:cxnSpMkLst>
        </pc:cxnChg>
        <pc:cxnChg chg="add mod">
          <ac:chgData name="Ines Belhoussine" userId="8779269a92f3eda0" providerId="LiveId" clId="{EDAE93F2-2B1F-4FE5-BBF4-E2EB8FC2390D}" dt="2026-08-18T23:07:15.732" v="1296" actId="208"/>
          <ac:cxnSpMkLst>
            <pc:docMk/>
            <pc:sldMk cId="2540285953" sldId="257"/>
            <ac:cxnSpMk id="11" creationId="{EECECF9C-2EFB-D1FC-390F-187F3D93367E}"/>
          </ac:cxnSpMkLst>
        </pc:cxnChg>
        <pc:cxnChg chg="add mod">
          <ac:chgData name="Ines Belhoussine" userId="8779269a92f3eda0" providerId="LiveId" clId="{EDAE93F2-2B1F-4FE5-BBF4-E2EB8FC2390D}" dt="2026-08-18T23:07:15.732" v="1296" actId="208"/>
          <ac:cxnSpMkLst>
            <pc:docMk/>
            <pc:sldMk cId="2540285953" sldId="257"/>
            <ac:cxnSpMk id="13" creationId="{D7BE1EDB-49EB-CD43-CA28-791135A290BA}"/>
          </ac:cxnSpMkLst>
        </pc:cxnChg>
      </pc:sldChg>
      <pc:sldChg chg="delSp modSp add mod">
        <pc:chgData name="Ines Belhoussine" userId="8779269a92f3eda0" providerId="LiveId" clId="{EDAE93F2-2B1F-4FE5-BBF4-E2EB8FC2390D}" dt="2026-08-20T16:44:07.953" v="9228" actId="20577"/>
        <pc:sldMkLst>
          <pc:docMk/>
          <pc:sldMk cId="1280137556" sldId="258"/>
        </pc:sldMkLst>
        <pc:spChg chg="mod">
          <ac:chgData name="Ines Belhoussine" userId="8779269a92f3eda0" providerId="LiveId" clId="{EDAE93F2-2B1F-4FE5-BBF4-E2EB8FC2390D}" dt="2026-08-18T23:08:52.216" v="1387" actId="20577"/>
          <ac:spMkLst>
            <pc:docMk/>
            <pc:sldMk cId="1280137556" sldId="258"/>
            <ac:spMk id="2" creationId="{132815C3-B386-D7F1-A516-57A6EF8CC779}"/>
          </ac:spMkLst>
        </pc:spChg>
        <pc:spChg chg="mod">
          <ac:chgData name="Ines Belhoussine" userId="8779269a92f3eda0" providerId="LiveId" clId="{EDAE93F2-2B1F-4FE5-BBF4-E2EB8FC2390D}" dt="2026-08-20T16:44:07.953" v="9228" actId="20577"/>
          <ac:spMkLst>
            <pc:docMk/>
            <pc:sldMk cId="1280137556" sldId="258"/>
            <ac:spMk id="3" creationId="{6E5EB6E6-0BAB-9A46-6025-E80F25EFEE97}"/>
          </ac:spMkLst>
        </pc:spChg>
      </pc:sldChg>
      <pc:sldChg chg="addSp delSp modSp add mod">
        <pc:chgData name="Ines Belhoussine" userId="8779269a92f3eda0" providerId="LiveId" clId="{EDAE93F2-2B1F-4FE5-BBF4-E2EB8FC2390D}" dt="2026-08-18T23:19:26.098" v="2031" actId="1076"/>
        <pc:sldMkLst>
          <pc:docMk/>
          <pc:sldMk cId="1349869314" sldId="259"/>
        </pc:sldMkLst>
        <pc:picChg chg="add mod ord">
          <ac:chgData name="Ines Belhoussine" userId="8779269a92f3eda0" providerId="LiveId" clId="{EDAE93F2-2B1F-4FE5-BBF4-E2EB8FC2390D}" dt="2026-08-18T23:16:55.159" v="2029" actId="1076"/>
          <ac:picMkLst>
            <pc:docMk/>
            <pc:sldMk cId="1349869314" sldId="259"/>
            <ac:picMk id="5" creationId="{E20B088B-43F2-4464-5EAF-E3541B4A50B7}"/>
          </ac:picMkLst>
        </pc:picChg>
        <pc:picChg chg="add mod">
          <ac:chgData name="Ines Belhoussine" userId="8779269a92f3eda0" providerId="LiveId" clId="{EDAE93F2-2B1F-4FE5-BBF4-E2EB8FC2390D}" dt="2026-08-18T23:19:26.098" v="2031" actId="1076"/>
          <ac:picMkLst>
            <pc:docMk/>
            <pc:sldMk cId="1349869314" sldId="259"/>
            <ac:picMk id="7" creationId="{259CAE70-46BD-F4A2-5364-255A3248DB69}"/>
          </ac:picMkLst>
        </pc:picChg>
      </pc:sldChg>
      <pc:sldChg chg="addSp delSp modSp add mod">
        <pc:chgData name="Ines Belhoussine" userId="8779269a92f3eda0" providerId="LiveId" clId="{EDAE93F2-2B1F-4FE5-BBF4-E2EB8FC2390D}" dt="2026-08-18T23:23:17.641" v="2592" actId="113"/>
        <pc:sldMkLst>
          <pc:docMk/>
          <pc:sldMk cId="3459537757" sldId="260"/>
        </pc:sldMkLst>
        <pc:spChg chg="mod">
          <ac:chgData name="Ines Belhoussine" userId="8779269a92f3eda0" providerId="LiveId" clId="{EDAE93F2-2B1F-4FE5-BBF4-E2EB8FC2390D}" dt="2026-08-18T23:20:15.235" v="2085" actId="20577"/>
          <ac:spMkLst>
            <pc:docMk/>
            <pc:sldMk cId="3459537757" sldId="260"/>
            <ac:spMk id="2" creationId="{6F485074-BC6D-AA31-DFE8-885B34A9B5E0}"/>
          </ac:spMkLst>
        </pc:spChg>
        <pc:spChg chg="add mod">
          <ac:chgData name="Ines Belhoussine" userId="8779269a92f3eda0" providerId="LiveId" clId="{EDAE93F2-2B1F-4FE5-BBF4-E2EB8FC2390D}" dt="2026-08-18T23:23:17.641" v="2592" actId="113"/>
          <ac:spMkLst>
            <pc:docMk/>
            <pc:sldMk cId="3459537757" sldId="260"/>
            <ac:spMk id="4" creationId="{3295D25E-2D01-A05F-99D6-0434C0DAFFC0}"/>
          </ac:spMkLst>
        </pc:spChg>
      </pc:sldChg>
      <pc:sldChg chg="addSp delSp modSp add mod">
        <pc:chgData name="Ines Belhoussine" userId="8779269a92f3eda0" providerId="LiveId" clId="{EDAE93F2-2B1F-4FE5-BBF4-E2EB8FC2390D}" dt="2026-08-18T23:25:10.615" v="2617" actId="1076"/>
        <pc:sldMkLst>
          <pc:docMk/>
          <pc:sldMk cId="513974284" sldId="261"/>
        </pc:sldMkLst>
        <pc:picChg chg="add mod ord">
          <ac:chgData name="Ines Belhoussine" userId="8779269a92f3eda0" providerId="LiveId" clId="{EDAE93F2-2B1F-4FE5-BBF4-E2EB8FC2390D}" dt="2026-08-18T23:25:10.615" v="2617" actId="1076"/>
          <ac:picMkLst>
            <pc:docMk/>
            <pc:sldMk cId="513974284" sldId="261"/>
            <ac:picMk id="5" creationId="{2C54C2B0-A602-CC13-ACCE-2A641008E31F}"/>
          </ac:picMkLst>
        </pc:picChg>
        <pc:picChg chg="add mod">
          <ac:chgData name="Ines Belhoussine" userId="8779269a92f3eda0" providerId="LiveId" clId="{EDAE93F2-2B1F-4FE5-BBF4-E2EB8FC2390D}" dt="2026-08-18T23:25:04.797" v="2614" actId="1076"/>
          <ac:picMkLst>
            <pc:docMk/>
            <pc:sldMk cId="513974284" sldId="261"/>
            <ac:picMk id="7" creationId="{26C99394-02AC-8B12-36F8-57633C779AA0}"/>
          </ac:picMkLst>
        </pc:picChg>
        <pc:picChg chg="add mod">
          <ac:chgData name="Ines Belhoussine" userId="8779269a92f3eda0" providerId="LiveId" clId="{EDAE93F2-2B1F-4FE5-BBF4-E2EB8FC2390D}" dt="2026-08-18T23:25:08.899" v="2616" actId="1076"/>
          <ac:picMkLst>
            <pc:docMk/>
            <pc:sldMk cId="513974284" sldId="261"/>
            <ac:picMk id="11" creationId="{41CA6631-F3E0-3C5C-ED87-CE7B38183D23}"/>
          </ac:picMkLst>
        </pc:picChg>
        <pc:picChg chg="add mod">
          <ac:chgData name="Ines Belhoussine" userId="8779269a92f3eda0" providerId="LiveId" clId="{EDAE93F2-2B1F-4FE5-BBF4-E2EB8FC2390D}" dt="2026-08-18T23:25:05.769" v="2615" actId="1076"/>
          <ac:picMkLst>
            <pc:docMk/>
            <pc:sldMk cId="513974284" sldId="261"/>
            <ac:picMk id="15" creationId="{ADC54E02-6150-284C-0E5E-E63E97E39FC4}"/>
          </ac:picMkLst>
        </pc:picChg>
      </pc:sldChg>
      <pc:sldChg chg="addSp delSp modSp add mod ord">
        <pc:chgData name="Ines Belhoussine" userId="8779269a92f3eda0" providerId="LiveId" clId="{EDAE93F2-2B1F-4FE5-BBF4-E2EB8FC2390D}" dt="2026-08-18T23:29:53.677" v="2927" actId="20577"/>
        <pc:sldMkLst>
          <pc:docMk/>
          <pc:sldMk cId="1782321742" sldId="262"/>
        </pc:sldMkLst>
        <pc:spChg chg="mod">
          <ac:chgData name="Ines Belhoussine" userId="8779269a92f3eda0" providerId="LiveId" clId="{EDAE93F2-2B1F-4FE5-BBF4-E2EB8FC2390D}" dt="2026-08-18T23:26:13.834" v="2668" actId="20577"/>
          <ac:spMkLst>
            <pc:docMk/>
            <pc:sldMk cId="1782321742" sldId="262"/>
            <ac:spMk id="2" creationId="{EE6324E5-35D8-FA24-25DD-6FC3AADB8EAA}"/>
          </ac:spMkLst>
        </pc:spChg>
        <pc:spChg chg="mod">
          <ac:chgData name="Ines Belhoussine" userId="8779269a92f3eda0" providerId="LiveId" clId="{EDAE93F2-2B1F-4FE5-BBF4-E2EB8FC2390D}" dt="2026-08-18T23:29:53.677" v="2927" actId="20577"/>
          <ac:spMkLst>
            <pc:docMk/>
            <pc:sldMk cId="1782321742" sldId="262"/>
            <ac:spMk id="4" creationId="{22603434-3408-1B01-2D6C-E4D52ACCD558}"/>
          </ac:spMkLst>
        </pc:spChg>
        <pc:picChg chg="add mod">
          <ac:chgData name="Ines Belhoussine" userId="8779269a92f3eda0" providerId="LiveId" clId="{EDAE93F2-2B1F-4FE5-BBF4-E2EB8FC2390D}" dt="2026-08-18T23:27:17.510" v="2719" actId="1076"/>
          <ac:picMkLst>
            <pc:docMk/>
            <pc:sldMk cId="1782321742" sldId="262"/>
            <ac:picMk id="5" creationId="{2C38E3BD-90E0-2F14-198E-FC2980EEB418}"/>
          </ac:picMkLst>
        </pc:picChg>
      </pc:sldChg>
      <pc:sldChg chg="addSp delSp modSp add mod">
        <pc:chgData name="Ines Belhoussine" userId="8779269a92f3eda0" providerId="LiveId" clId="{EDAE93F2-2B1F-4FE5-BBF4-E2EB8FC2390D}" dt="2026-08-18T23:30:11.592" v="2935" actId="1076"/>
        <pc:sldMkLst>
          <pc:docMk/>
          <pc:sldMk cId="1637885890" sldId="263"/>
        </pc:sldMkLst>
        <pc:picChg chg="add mod">
          <ac:chgData name="Ines Belhoussine" userId="8779269a92f3eda0" providerId="LiveId" clId="{EDAE93F2-2B1F-4FE5-BBF4-E2EB8FC2390D}" dt="2026-08-18T23:30:11.592" v="2935" actId="1076"/>
          <ac:picMkLst>
            <pc:docMk/>
            <pc:sldMk cId="1637885890" sldId="263"/>
            <ac:picMk id="6" creationId="{2245B7A5-B384-CE24-FE4A-346AE084F9AC}"/>
          </ac:picMkLst>
        </pc:picChg>
      </pc:sldChg>
      <pc:sldChg chg="addSp delSp modSp add mod ord">
        <pc:chgData name="Ines Belhoussine" userId="8779269a92f3eda0" providerId="LiveId" clId="{EDAE93F2-2B1F-4FE5-BBF4-E2EB8FC2390D}" dt="2026-08-18T23:35:31.785" v="3552" actId="113"/>
        <pc:sldMkLst>
          <pc:docMk/>
          <pc:sldMk cId="423379311" sldId="264"/>
        </pc:sldMkLst>
        <pc:spChg chg="mod">
          <ac:chgData name="Ines Belhoussine" userId="8779269a92f3eda0" providerId="LiveId" clId="{EDAE93F2-2B1F-4FE5-BBF4-E2EB8FC2390D}" dt="2026-08-18T23:32:39.262" v="3189" actId="20577"/>
          <ac:spMkLst>
            <pc:docMk/>
            <pc:sldMk cId="423379311" sldId="264"/>
            <ac:spMk id="2" creationId="{6B57C024-B6B2-0082-2C59-867A4C72F311}"/>
          </ac:spMkLst>
        </pc:spChg>
        <pc:spChg chg="mod">
          <ac:chgData name="Ines Belhoussine" userId="8779269a92f3eda0" providerId="LiveId" clId="{EDAE93F2-2B1F-4FE5-BBF4-E2EB8FC2390D}" dt="2026-08-18T23:35:31.785" v="3552" actId="113"/>
          <ac:spMkLst>
            <pc:docMk/>
            <pc:sldMk cId="423379311" sldId="264"/>
            <ac:spMk id="4" creationId="{522B3880-A500-4FE7-8D34-A837373665EE}"/>
          </ac:spMkLst>
        </pc:spChg>
        <pc:picChg chg="add mod">
          <ac:chgData name="Ines Belhoussine" userId="8779269a92f3eda0" providerId="LiveId" clId="{EDAE93F2-2B1F-4FE5-BBF4-E2EB8FC2390D}" dt="2026-08-18T23:35:24.348" v="3551" actId="1076"/>
          <ac:picMkLst>
            <pc:docMk/>
            <pc:sldMk cId="423379311" sldId="264"/>
            <ac:picMk id="9" creationId="{0DF15881-0B49-D85B-C3F5-CF80C798F94D}"/>
          </ac:picMkLst>
        </pc:picChg>
      </pc:sldChg>
      <pc:sldChg chg="addSp delSp modSp add mod">
        <pc:chgData name="Ines Belhoussine" userId="8779269a92f3eda0" providerId="LiveId" clId="{EDAE93F2-2B1F-4FE5-BBF4-E2EB8FC2390D}" dt="2026-08-18T23:36:42.058" v="3675" actId="1076"/>
        <pc:sldMkLst>
          <pc:docMk/>
          <pc:sldMk cId="2805463037" sldId="265"/>
        </pc:sldMkLst>
        <pc:spChg chg="mod">
          <ac:chgData name="Ines Belhoussine" userId="8779269a92f3eda0" providerId="LiveId" clId="{EDAE93F2-2B1F-4FE5-BBF4-E2EB8FC2390D}" dt="2026-08-18T23:36:18.141" v="3671" actId="20577"/>
          <ac:spMkLst>
            <pc:docMk/>
            <pc:sldMk cId="2805463037" sldId="265"/>
            <ac:spMk id="4" creationId="{E9721E31-DA15-614E-20F1-29A97D99ED34}"/>
          </ac:spMkLst>
        </pc:spChg>
        <pc:picChg chg="add mod">
          <ac:chgData name="Ines Belhoussine" userId="8779269a92f3eda0" providerId="LiveId" clId="{EDAE93F2-2B1F-4FE5-BBF4-E2EB8FC2390D}" dt="2026-08-18T23:36:42.058" v="3675" actId="1076"/>
          <ac:picMkLst>
            <pc:docMk/>
            <pc:sldMk cId="2805463037" sldId="265"/>
            <ac:picMk id="5" creationId="{1AE14E62-AE87-2D28-D6D4-0918B945B244}"/>
          </ac:picMkLst>
        </pc:picChg>
      </pc:sldChg>
      <pc:sldChg chg="addSp delSp modSp add mod ord">
        <pc:chgData name="Ines Belhoussine" userId="8779269a92f3eda0" providerId="LiveId" clId="{EDAE93F2-2B1F-4FE5-BBF4-E2EB8FC2390D}" dt="2026-08-18T23:40:57.879" v="4127" actId="113"/>
        <pc:sldMkLst>
          <pc:docMk/>
          <pc:sldMk cId="3193277247" sldId="266"/>
        </pc:sldMkLst>
        <pc:spChg chg="mod">
          <ac:chgData name="Ines Belhoussine" userId="8779269a92f3eda0" providerId="LiveId" clId="{EDAE93F2-2B1F-4FE5-BBF4-E2EB8FC2390D}" dt="2026-08-18T23:37:50.027" v="3748" actId="20577"/>
          <ac:spMkLst>
            <pc:docMk/>
            <pc:sldMk cId="3193277247" sldId="266"/>
            <ac:spMk id="2" creationId="{0394F906-A993-2AE2-F0A0-FF5ED3BAB1D7}"/>
          </ac:spMkLst>
        </pc:spChg>
        <pc:spChg chg="mod">
          <ac:chgData name="Ines Belhoussine" userId="8779269a92f3eda0" providerId="LiveId" clId="{EDAE93F2-2B1F-4FE5-BBF4-E2EB8FC2390D}" dt="2026-08-18T23:40:57.879" v="4127" actId="113"/>
          <ac:spMkLst>
            <pc:docMk/>
            <pc:sldMk cId="3193277247" sldId="266"/>
            <ac:spMk id="4" creationId="{0E45C1C7-9D53-D426-A913-25995766FED1}"/>
          </ac:spMkLst>
        </pc:spChg>
        <pc:picChg chg="add mod">
          <ac:chgData name="Ines Belhoussine" userId="8779269a92f3eda0" providerId="LiveId" clId="{EDAE93F2-2B1F-4FE5-BBF4-E2EB8FC2390D}" dt="2026-08-18T23:40:33.565" v="4124" actId="1076"/>
          <ac:picMkLst>
            <pc:docMk/>
            <pc:sldMk cId="3193277247" sldId="266"/>
            <ac:picMk id="5" creationId="{E6624D61-622C-F593-6BBA-31D168026D17}"/>
          </ac:picMkLst>
        </pc:picChg>
        <pc:picChg chg="add mod">
          <ac:chgData name="Ines Belhoussine" userId="8779269a92f3eda0" providerId="LiveId" clId="{EDAE93F2-2B1F-4FE5-BBF4-E2EB8FC2390D}" dt="2026-08-18T23:40:50.793" v="4126" actId="1076"/>
          <ac:picMkLst>
            <pc:docMk/>
            <pc:sldMk cId="3193277247" sldId="266"/>
            <ac:picMk id="7" creationId="{A8113E00-B9FB-9EC8-C2B9-D3218CF7104F}"/>
          </ac:picMkLst>
        </pc:picChg>
      </pc:sldChg>
      <pc:sldChg chg="addSp delSp modSp add mod">
        <pc:chgData name="Ines Belhoussine" userId="8779269a92f3eda0" providerId="LiveId" clId="{EDAE93F2-2B1F-4FE5-BBF4-E2EB8FC2390D}" dt="2026-08-18T23:42:27.560" v="4310" actId="1076"/>
        <pc:sldMkLst>
          <pc:docMk/>
          <pc:sldMk cId="2375054587" sldId="267"/>
        </pc:sldMkLst>
        <pc:spChg chg="mod">
          <ac:chgData name="Ines Belhoussine" userId="8779269a92f3eda0" providerId="LiveId" clId="{EDAE93F2-2B1F-4FE5-BBF4-E2EB8FC2390D}" dt="2026-08-18T23:41:54.773" v="4305" actId="20577"/>
          <ac:spMkLst>
            <pc:docMk/>
            <pc:sldMk cId="2375054587" sldId="267"/>
            <ac:spMk id="4" creationId="{275DF61A-B551-AE25-CCEA-66CA1A378482}"/>
          </ac:spMkLst>
        </pc:spChg>
        <pc:picChg chg="add mod">
          <ac:chgData name="Ines Belhoussine" userId="8779269a92f3eda0" providerId="LiveId" clId="{EDAE93F2-2B1F-4FE5-BBF4-E2EB8FC2390D}" dt="2026-08-18T23:42:27.560" v="4310" actId="1076"/>
          <ac:picMkLst>
            <pc:docMk/>
            <pc:sldMk cId="2375054587" sldId="267"/>
            <ac:picMk id="6" creationId="{57A3797C-F0F4-93B0-E258-E3229B64A534}"/>
          </ac:picMkLst>
        </pc:picChg>
      </pc:sldChg>
      <pc:sldChg chg="addSp delSp modSp add mod">
        <pc:chgData name="Ines Belhoussine" userId="8779269a92f3eda0" providerId="LiveId" clId="{EDAE93F2-2B1F-4FE5-BBF4-E2EB8FC2390D}" dt="2026-08-19T01:11:20.831" v="9087" actId="20577"/>
        <pc:sldMkLst>
          <pc:docMk/>
          <pc:sldMk cId="3337660253" sldId="268"/>
        </pc:sldMkLst>
        <pc:spChg chg="mod">
          <ac:chgData name="Ines Belhoussine" userId="8779269a92f3eda0" providerId="LiveId" clId="{EDAE93F2-2B1F-4FE5-BBF4-E2EB8FC2390D}" dt="2026-08-19T01:11:20.831" v="9087" actId="20577"/>
          <ac:spMkLst>
            <pc:docMk/>
            <pc:sldMk cId="3337660253" sldId="268"/>
            <ac:spMk id="2" creationId="{0FF3BAD6-F90B-2028-2BA7-FE9BE8370B7F}"/>
          </ac:spMkLst>
        </pc:spChg>
        <pc:spChg chg="mod">
          <ac:chgData name="Ines Belhoussine" userId="8779269a92f3eda0" providerId="LiveId" clId="{EDAE93F2-2B1F-4FE5-BBF4-E2EB8FC2390D}" dt="2026-08-18T23:46:11.533" v="4726"/>
          <ac:spMkLst>
            <pc:docMk/>
            <pc:sldMk cId="3337660253" sldId="268"/>
            <ac:spMk id="4" creationId="{D095B1CC-384C-F29E-9538-1FF3F2F4CCCE}"/>
          </ac:spMkLst>
        </pc:spChg>
        <pc:picChg chg="add mod">
          <ac:chgData name="Ines Belhoussine" userId="8779269a92f3eda0" providerId="LiveId" clId="{EDAE93F2-2B1F-4FE5-BBF4-E2EB8FC2390D}" dt="2026-08-18T23:47:04.802" v="4728" actId="1076"/>
          <ac:picMkLst>
            <pc:docMk/>
            <pc:sldMk cId="3337660253" sldId="268"/>
            <ac:picMk id="5" creationId="{A1896FD3-4948-F418-D796-8F838386F6AB}"/>
          </ac:picMkLst>
        </pc:picChg>
        <pc:picChg chg="add mod">
          <ac:chgData name="Ines Belhoussine" userId="8779269a92f3eda0" providerId="LiveId" clId="{EDAE93F2-2B1F-4FE5-BBF4-E2EB8FC2390D}" dt="2026-08-18T23:47:25.808" v="4730" actId="1076"/>
          <ac:picMkLst>
            <pc:docMk/>
            <pc:sldMk cId="3337660253" sldId="268"/>
            <ac:picMk id="9" creationId="{C6EC8C6C-BAEA-AE3A-1415-8A26EE47F78D}"/>
          </ac:picMkLst>
        </pc:picChg>
      </pc:sldChg>
      <pc:sldChg chg="addSp delSp modSp add mod">
        <pc:chgData name="Ines Belhoussine" userId="8779269a92f3eda0" providerId="LiveId" clId="{EDAE93F2-2B1F-4FE5-BBF4-E2EB8FC2390D}" dt="2026-08-19T01:11:50.146" v="9136" actId="20577"/>
        <pc:sldMkLst>
          <pc:docMk/>
          <pc:sldMk cId="1368499793" sldId="269"/>
        </pc:sldMkLst>
        <pc:spChg chg="mod">
          <ac:chgData name="Ines Belhoussine" userId="8779269a92f3eda0" providerId="LiveId" clId="{EDAE93F2-2B1F-4FE5-BBF4-E2EB8FC2390D}" dt="2026-08-19T01:11:50.146" v="9136" actId="20577"/>
          <ac:spMkLst>
            <pc:docMk/>
            <pc:sldMk cId="1368499793" sldId="269"/>
            <ac:spMk id="2" creationId="{9BBE2C7F-BA88-3699-9FF2-EB58D0A146E3}"/>
          </ac:spMkLst>
        </pc:spChg>
        <pc:spChg chg="mod">
          <ac:chgData name="Ines Belhoussine" userId="8779269a92f3eda0" providerId="LiveId" clId="{EDAE93F2-2B1F-4FE5-BBF4-E2EB8FC2390D}" dt="2026-08-18T23:48:08.898" v="4875" actId="20577"/>
          <ac:spMkLst>
            <pc:docMk/>
            <pc:sldMk cId="1368499793" sldId="269"/>
            <ac:spMk id="4" creationId="{CD1A6CA9-FC6C-3FC8-A88C-B5214811B3C8}"/>
          </ac:spMkLst>
        </pc:spChg>
        <pc:picChg chg="add mod">
          <ac:chgData name="Ines Belhoussine" userId="8779269a92f3eda0" providerId="LiveId" clId="{EDAE93F2-2B1F-4FE5-BBF4-E2EB8FC2390D}" dt="2026-08-18T23:48:53.827" v="4877" actId="1076"/>
          <ac:picMkLst>
            <pc:docMk/>
            <pc:sldMk cId="1368499793" sldId="269"/>
            <ac:picMk id="6" creationId="{D6A6E604-B545-76CD-B754-BA22DF22FD88}"/>
          </ac:picMkLst>
        </pc:picChg>
        <pc:picChg chg="add mod">
          <ac:chgData name="Ines Belhoussine" userId="8779269a92f3eda0" providerId="LiveId" clId="{EDAE93F2-2B1F-4FE5-BBF4-E2EB8FC2390D}" dt="2026-08-18T23:49:14.908" v="4880" actId="1076"/>
          <ac:picMkLst>
            <pc:docMk/>
            <pc:sldMk cId="1368499793" sldId="269"/>
            <ac:picMk id="11" creationId="{5F1AE9D3-51B5-1D7F-71EF-97EA24694442}"/>
          </ac:picMkLst>
        </pc:picChg>
      </pc:sldChg>
      <pc:sldChg chg="delSp modSp add mod ord">
        <pc:chgData name="Ines Belhoussine" userId="8779269a92f3eda0" providerId="LiveId" clId="{EDAE93F2-2B1F-4FE5-BBF4-E2EB8FC2390D}" dt="2026-08-18T23:54:40.912" v="5658" actId="20577"/>
        <pc:sldMkLst>
          <pc:docMk/>
          <pc:sldMk cId="597675211" sldId="270"/>
        </pc:sldMkLst>
        <pc:spChg chg="mod">
          <ac:chgData name="Ines Belhoussine" userId="8779269a92f3eda0" providerId="LiveId" clId="{EDAE93F2-2B1F-4FE5-BBF4-E2EB8FC2390D}" dt="2026-08-18T23:50:19.608" v="4909" actId="20577"/>
          <ac:spMkLst>
            <pc:docMk/>
            <pc:sldMk cId="597675211" sldId="270"/>
            <ac:spMk id="2" creationId="{19566CED-D15E-7B69-057F-D8EE1FF7A1CC}"/>
          </ac:spMkLst>
        </pc:spChg>
        <pc:spChg chg="mod">
          <ac:chgData name="Ines Belhoussine" userId="8779269a92f3eda0" providerId="LiveId" clId="{EDAE93F2-2B1F-4FE5-BBF4-E2EB8FC2390D}" dt="2026-08-18T23:54:40.912" v="5658" actId="20577"/>
          <ac:spMkLst>
            <pc:docMk/>
            <pc:sldMk cId="597675211" sldId="270"/>
            <ac:spMk id="4" creationId="{0FCF56D7-70DF-061F-39C0-4615EC05904F}"/>
          </ac:spMkLst>
        </pc:spChg>
      </pc:sldChg>
      <pc:sldChg chg="addSp modSp add mod">
        <pc:chgData name="Ines Belhoussine" userId="8779269a92f3eda0" providerId="LiveId" clId="{EDAE93F2-2B1F-4FE5-BBF4-E2EB8FC2390D}" dt="2026-08-18T23:59:53.570" v="6228" actId="1076"/>
        <pc:sldMkLst>
          <pc:docMk/>
          <pc:sldMk cId="268488587" sldId="271"/>
        </pc:sldMkLst>
        <pc:spChg chg="mod">
          <ac:chgData name="Ines Belhoussine" userId="8779269a92f3eda0" providerId="LiveId" clId="{EDAE93F2-2B1F-4FE5-BBF4-E2EB8FC2390D}" dt="2026-08-18T23:55:01.228" v="5704" actId="20577"/>
          <ac:spMkLst>
            <pc:docMk/>
            <pc:sldMk cId="268488587" sldId="271"/>
            <ac:spMk id="2" creationId="{A60B00AF-61AE-1F0F-9270-ED1294715A49}"/>
          </ac:spMkLst>
        </pc:spChg>
        <pc:spChg chg="mod">
          <ac:chgData name="Ines Belhoussine" userId="8779269a92f3eda0" providerId="LiveId" clId="{EDAE93F2-2B1F-4FE5-BBF4-E2EB8FC2390D}" dt="2026-08-18T23:57:09.217" v="6224" actId="20577"/>
          <ac:spMkLst>
            <pc:docMk/>
            <pc:sldMk cId="268488587" sldId="271"/>
            <ac:spMk id="4" creationId="{CAEF69D0-281C-52C3-8320-C6B7753D34C1}"/>
          </ac:spMkLst>
        </pc:spChg>
        <pc:picChg chg="add mod">
          <ac:chgData name="Ines Belhoussine" userId="8779269a92f3eda0" providerId="LiveId" clId="{EDAE93F2-2B1F-4FE5-BBF4-E2EB8FC2390D}" dt="2026-08-18T23:57:54.392" v="6226" actId="1076"/>
          <ac:picMkLst>
            <pc:docMk/>
            <pc:sldMk cId="268488587" sldId="271"/>
            <ac:picMk id="5" creationId="{55DA54A9-39F0-FCD7-4641-32649F27F9CE}"/>
          </ac:picMkLst>
        </pc:picChg>
        <pc:picChg chg="add mod">
          <ac:chgData name="Ines Belhoussine" userId="8779269a92f3eda0" providerId="LiveId" clId="{EDAE93F2-2B1F-4FE5-BBF4-E2EB8FC2390D}" dt="2026-08-18T23:59:53.570" v="6228" actId="1076"/>
          <ac:picMkLst>
            <pc:docMk/>
            <pc:sldMk cId="268488587" sldId="271"/>
            <ac:picMk id="7" creationId="{DFB66E4D-997E-8FB5-C2F6-1627D1B77B2C}"/>
          </ac:picMkLst>
        </pc:picChg>
      </pc:sldChg>
      <pc:sldChg chg="addSp delSp modSp add mod">
        <pc:chgData name="Ines Belhoussine" userId="8779269a92f3eda0" providerId="LiveId" clId="{EDAE93F2-2B1F-4FE5-BBF4-E2EB8FC2390D}" dt="2026-08-19T00:03:33.567" v="6528" actId="20577"/>
        <pc:sldMkLst>
          <pc:docMk/>
          <pc:sldMk cId="2475348581" sldId="272"/>
        </pc:sldMkLst>
        <pc:spChg chg="mod">
          <ac:chgData name="Ines Belhoussine" userId="8779269a92f3eda0" providerId="LiveId" clId="{EDAE93F2-2B1F-4FE5-BBF4-E2EB8FC2390D}" dt="2026-08-19T00:03:33.567" v="6528" actId="20577"/>
          <ac:spMkLst>
            <pc:docMk/>
            <pc:sldMk cId="2475348581" sldId="272"/>
            <ac:spMk id="2" creationId="{80716F52-629D-21F9-B409-9EB7F2CF66B4}"/>
          </ac:spMkLst>
        </pc:spChg>
        <pc:spChg chg="mod">
          <ac:chgData name="Ines Belhoussine" userId="8779269a92f3eda0" providerId="LiveId" clId="{EDAE93F2-2B1F-4FE5-BBF4-E2EB8FC2390D}" dt="2026-08-19T00:02:50.565" v="6490" actId="27636"/>
          <ac:spMkLst>
            <pc:docMk/>
            <pc:sldMk cId="2475348581" sldId="272"/>
            <ac:spMk id="4" creationId="{CB31D96C-9A48-CE14-C66C-333D3B8289C4}"/>
          </ac:spMkLst>
        </pc:spChg>
        <pc:picChg chg="del">
          <ac:chgData name="Ines Belhoussine" userId="8779269a92f3eda0" providerId="LiveId" clId="{EDAE93F2-2B1F-4FE5-BBF4-E2EB8FC2390D}" dt="2026-08-19T00:00:48.412" v="6230" actId="478"/>
          <ac:picMkLst>
            <pc:docMk/>
            <pc:sldMk cId="2475348581" sldId="272"/>
            <ac:picMk id="5" creationId="{068FF6E1-E0F4-0CD7-8F5F-1FF8B7AF6BC9}"/>
          </ac:picMkLst>
        </pc:picChg>
        <pc:picChg chg="add mod">
          <ac:chgData name="Ines Belhoussine" userId="8779269a92f3eda0" providerId="LiveId" clId="{EDAE93F2-2B1F-4FE5-BBF4-E2EB8FC2390D}" dt="2026-08-19T00:02:55.787" v="6493" actId="1076"/>
          <ac:picMkLst>
            <pc:docMk/>
            <pc:sldMk cId="2475348581" sldId="272"/>
            <ac:picMk id="6" creationId="{06B65BA6-FB86-F893-EA83-411FBF306AF0}"/>
          </ac:picMkLst>
        </pc:picChg>
        <pc:picChg chg="del">
          <ac:chgData name="Ines Belhoussine" userId="8779269a92f3eda0" providerId="LiveId" clId="{EDAE93F2-2B1F-4FE5-BBF4-E2EB8FC2390D}" dt="2026-08-19T00:00:49.558" v="6231" actId="478"/>
          <ac:picMkLst>
            <pc:docMk/>
            <pc:sldMk cId="2475348581" sldId="272"/>
            <ac:picMk id="7" creationId="{C35B760D-D0F9-A07F-A9EB-7E9232DCC7F3}"/>
          </ac:picMkLst>
        </pc:picChg>
      </pc:sldChg>
      <pc:sldChg chg="delSp modSp add mod ord">
        <pc:chgData name="Ines Belhoussine" userId="8779269a92f3eda0" providerId="LiveId" clId="{EDAE93F2-2B1F-4FE5-BBF4-E2EB8FC2390D}" dt="2026-08-19T00:05:39.428" v="6981" actId="20577"/>
        <pc:sldMkLst>
          <pc:docMk/>
          <pc:sldMk cId="2133118100" sldId="273"/>
        </pc:sldMkLst>
        <pc:spChg chg="mod">
          <ac:chgData name="Ines Belhoussine" userId="8779269a92f3eda0" providerId="LiveId" clId="{EDAE93F2-2B1F-4FE5-BBF4-E2EB8FC2390D}" dt="2026-08-19T00:03:50.749" v="6582" actId="20577"/>
          <ac:spMkLst>
            <pc:docMk/>
            <pc:sldMk cId="2133118100" sldId="273"/>
            <ac:spMk id="2" creationId="{52E3F6B3-9CC4-B3A3-52E0-7174DB0D5E96}"/>
          </ac:spMkLst>
        </pc:spChg>
        <pc:spChg chg="mod">
          <ac:chgData name="Ines Belhoussine" userId="8779269a92f3eda0" providerId="LiveId" clId="{EDAE93F2-2B1F-4FE5-BBF4-E2EB8FC2390D}" dt="2026-08-19T00:05:39.428" v="6981" actId="20577"/>
          <ac:spMkLst>
            <pc:docMk/>
            <pc:sldMk cId="2133118100" sldId="273"/>
            <ac:spMk id="4" creationId="{78987D38-63A2-1C8B-47BE-A46F970EF872}"/>
          </ac:spMkLst>
        </pc:spChg>
        <pc:picChg chg="del">
          <ac:chgData name="Ines Belhoussine" userId="8779269a92f3eda0" providerId="LiveId" clId="{EDAE93F2-2B1F-4FE5-BBF4-E2EB8FC2390D}" dt="2026-08-19T00:03:53.474" v="6583" actId="478"/>
          <ac:picMkLst>
            <pc:docMk/>
            <pc:sldMk cId="2133118100" sldId="273"/>
            <ac:picMk id="5" creationId="{21708C30-7D62-80FC-6933-F8D7E74CC085}"/>
          </ac:picMkLst>
        </pc:picChg>
        <pc:picChg chg="del">
          <ac:chgData name="Ines Belhoussine" userId="8779269a92f3eda0" providerId="LiveId" clId="{EDAE93F2-2B1F-4FE5-BBF4-E2EB8FC2390D}" dt="2026-08-19T00:03:54.375" v="6584" actId="478"/>
          <ac:picMkLst>
            <pc:docMk/>
            <pc:sldMk cId="2133118100" sldId="273"/>
            <ac:picMk id="7" creationId="{70D255DC-3A18-C9B1-9314-8C9AF9FCB9EC}"/>
          </ac:picMkLst>
        </pc:picChg>
      </pc:sldChg>
      <pc:sldChg chg="modSp add mod">
        <pc:chgData name="Ines Belhoussine" userId="8779269a92f3eda0" providerId="LiveId" clId="{EDAE93F2-2B1F-4FE5-BBF4-E2EB8FC2390D}" dt="2026-08-20T17:49:32.084" v="9230" actId="20577"/>
        <pc:sldMkLst>
          <pc:docMk/>
          <pc:sldMk cId="3912898394" sldId="274"/>
        </pc:sldMkLst>
        <pc:spChg chg="mod">
          <ac:chgData name="Ines Belhoussine" userId="8779269a92f3eda0" providerId="LiveId" clId="{EDAE93F2-2B1F-4FE5-BBF4-E2EB8FC2390D}" dt="2026-08-19T00:06:31.144" v="7027" actId="20577"/>
          <ac:spMkLst>
            <pc:docMk/>
            <pc:sldMk cId="3912898394" sldId="274"/>
            <ac:spMk id="2" creationId="{750C4FFA-BA5E-7772-8979-F1523ED95339}"/>
          </ac:spMkLst>
        </pc:spChg>
        <pc:spChg chg="mod">
          <ac:chgData name="Ines Belhoussine" userId="8779269a92f3eda0" providerId="LiveId" clId="{EDAE93F2-2B1F-4FE5-BBF4-E2EB8FC2390D}" dt="2026-08-20T17:49:32.084" v="9230" actId="20577"/>
          <ac:spMkLst>
            <pc:docMk/>
            <pc:sldMk cId="3912898394" sldId="274"/>
            <ac:spMk id="4" creationId="{176C7E83-7B80-59D2-66F3-54A691F39AC9}"/>
          </ac:spMkLst>
        </pc:spChg>
      </pc:sldChg>
      <pc:sldChg chg="addSp delSp modSp add mod">
        <pc:chgData name="Ines Belhoussine" userId="8779269a92f3eda0" providerId="LiveId" clId="{EDAE93F2-2B1F-4FE5-BBF4-E2EB8FC2390D}" dt="2026-08-19T00:09:02.715" v="7317" actId="22"/>
        <pc:sldMkLst>
          <pc:docMk/>
          <pc:sldMk cId="2915826075" sldId="275"/>
        </pc:sldMkLst>
        <pc:spChg chg="del mod">
          <ac:chgData name="Ines Belhoussine" userId="8779269a92f3eda0" providerId="LiveId" clId="{EDAE93F2-2B1F-4FE5-BBF4-E2EB8FC2390D}" dt="2026-08-19T00:09:02.715" v="7317" actId="22"/>
          <ac:spMkLst>
            <pc:docMk/>
            <pc:sldMk cId="2915826075" sldId="275"/>
            <ac:spMk id="4" creationId="{BEDA9BB2-C693-8DA8-4A2E-5DF7C234A9AC}"/>
          </ac:spMkLst>
        </pc:spChg>
        <pc:picChg chg="add mod ord">
          <ac:chgData name="Ines Belhoussine" userId="8779269a92f3eda0" providerId="LiveId" clId="{EDAE93F2-2B1F-4FE5-BBF4-E2EB8FC2390D}" dt="2026-08-19T00:09:02.715" v="7317" actId="22"/>
          <ac:picMkLst>
            <pc:docMk/>
            <pc:sldMk cId="2915826075" sldId="275"/>
            <ac:picMk id="5" creationId="{D67B49B5-D3A2-8C60-1C70-10F4565C41B2}"/>
          </ac:picMkLst>
        </pc:picChg>
      </pc:sldChg>
      <pc:sldChg chg="modSp add mod ord">
        <pc:chgData name="Ines Belhoussine" userId="8779269a92f3eda0" providerId="LiveId" clId="{EDAE93F2-2B1F-4FE5-BBF4-E2EB8FC2390D}" dt="2026-08-19T00:11:54.132" v="7701" actId="27636"/>
        <pc:sldMkLst>
          <pc:docMk/>
          <pc:sldMk cId="440464181" sldId="276"/>
        </pc:sldMkLst>
        <pc:spChg chg="mod">
          <ac:chgData name="Ines Belhoussine" userId="8779269a92f3eda0" providerId="LiveId" clId="{EDAE93F2-2B1F-4FE5-BBF4-E2EB8FC2390D}" dt="2026-08-19T00:10:11.801" v="7381" actId="20577"/>
          <ac:spMkLst>
            <pc:docMk/>
            <pc:sldMk cId="440464181" sldId="276"/>
            <ac:spMk id="2" creationId="{2585AD5E-E61A-3BDD-D9E9-B84519FD39B6}"/>
          </ac:spMkLst>
        </pc:spChg>
        <pc:spChg chg="mod">
          <ac:chgData name="Ines Belhoussine" userId="8779269a92f3eda0" providerId="LiveId" clId="{EDAE93F2-2B1F-4FE5-BBF4-E2EB8FC2390D}" dt="2026-08-19T00:11:54.132" v="7701" actId="27636"/>
          <ac:spMkLst>
            <pc:docMk/>
            <pc:sldMk cId="440464181" sldId="276"/>
            <ac:spMk id="4" creationId="{E7C6806F-000C-A625-23EE-7D6D068C1D00}"/>
          </ac:spMkLst>
        </pc:spChg>
      </pc:sldChg>
      <pc:sldChg chg="new del">
        <pc:chgData name="Ines Belhoussine" userId="8779269a92f3eda0" providerId="LiveId" clId="{EDAE93F2-2B1F-4FE5-BBF4-E2EB8FC2390D}" dt="2026-08-19T00:09:50.296" v="7320" actId="2696"/>
        <pc:sldMkLst>
          <pc:docMk/>
          <pc:sldMk cId="2685588394" sldId="276"/>
        </pc:sldMkLst>
      </pc:sldChg>
      <pc:sldChg chg="addSp modSp add mod">
        <pc:chgData name="Ines Belhoussine" userId="8779269a92f3eda0" providerId="LiveId" clId="{EDAE93F2-2B1F-4FE5-BBF4-E2EB8FC2390D}" dt="2026-08-19T00:13:09.275" v="7846" actId="1076"/>
        <pc:sldMkLst>
          <pc:docMk/>
          <pc:sldMk cId="943736116" sldId="277"/>
        </pc:sldMkLst>
        <pc:spChg chg="mod">
          <ac:chgData name="Ines Belhoussine" userId="8779269a92f3eda0" providerId="LiveId" clId="{EDAE93F2-2B1F-4FE5-BBF4-E2EB8FC2390D}" dt="2026-08-19T00:12:41.687" v="7843" actId="20577"/>
          <ac:spMkLst>
            <pc:docMk/>
            <pc:sldMk cId="943736116" sldId="277"/>
            <ac:spMk id="4" creationId="{806DC586-E5E3-78D7-E339-594E5945D9B1}"/>
          </ac:spMkLst>
        </pc:spChg>
        <pc:picChg chg="add mod">
          <ac:chgData name="Ines Belhoussine" userId="8779269a92f3eda0" providerId="LiveId" clId="{EDAE93F2-2B1F-4FE5-BBF4-E2EB8FC2390D}" dt="2026-08-19T00:13:09.275" v="7846" actId="1076"/>
          <ac:picMkLst>
            <pc:docMk/>
            <pc:sldMk cId="943736116" sldId="277"/>
            <ac:picMk id="5" creationId="{0483B1FC-EEF6-413F-6FAA-D16AA56BAE5F}"/>
          </ac:picMkLst>
        </pc:picChg>
      </pc:sldChg>
      <pc:sldChg chg="modSp add mod ord">
        <pc:chgData name="Ines Belhoussine" userId="8779269a92f3eda0" providerId="LiveId" clId="{EDAE93F2-2B1F-4FE5-BBF4-E2EB8FC2390D}" dt="2026-08-19T00:17:00.673" v="8683" actId="27636"/>
        <pc:sldMkLst>
          <pc:docMk/>
          <pc:sldMk cId="2150788658" sldId="278"/>
        </pc:sldMkLst>
        <pc:spChg chg="mod">
          <ac:chgData name="Ines Belhoussine" userId="8779269a92f3eda0" providerId="LiveId" clId="{EDAE93F2-2B1F-4FE5-BBF4-E2EB8FC2390D}" dt="2026-08-19T00:13:43.054" v="7916" actId="20577"/>
          <ac:spMkLst>
            <pc:docMk/>
            <pc:sldMk cId="2150788658" sldId="278"/>
            <ac:spMk id="2" creationId="{52F36CEB-3963-FF69-0ADD-AE297AAE59E4}"/>
          </ac:spMkLst>
        </pc:spChg>
        <pc:spChg chg="mod">
          <ac:chgData name="Ines Belhoussine" userId="8779269a92f3eda0" providerId="LiveId" clId="{EDAE93F2-2B1F-4FE5-BBF4-E2EB8FC2390D}" dt="2026-08-19T00:17:00.673" v="8683" actId="27636"/>
          <ac:spMkLst>
            <pc:docMk/>
            <pc:sldMk cId="2150788658" sldId="278"/>
            <ac:spMk id="4" creationId="{5908FC23-A8A9-626A-B1BB-D60C0F7BA811}"/>
          </ac:spMkLst>
        </pc:spChg>
      </pc:sldChg>
      <pc:sldChg chg="modSp add mod ord">
        <pc:chgData name="Ines Belhoussine" userId="8779269a92f3eda0" providerId="LiveId" clId="{EDAE93F2-2B1F-4FE5-BBF4-E2EB8FC2390D}" dt="2026-08-19T00:19:21.605" v="9085" actId="20577"/>
        <pc:sldMkLst>
          <pc:docMk/>
          <pc:sldMk cId="219947077" sldId="279"/>
        </pc:sldMkLst>
        <pc:spChg chg="mod">
          <ac:chgData name="Ines Belhoussine" userId="8779269a92f3eda0" providerId="LiveId" clId="{EDAE93F2-2B1F-4FE5-BBF4-E2EB8FC2390D}" dt="2026-08-19T00:17:37.986" v="8737" actId="20577"/>
          <ac:spMkLst>
            <pc:docMk/>
            <pc:sldMk cId="219947077" sldId="279"/>
            <ac:spMk id="2" creationId="{2729177A-929A-252A-CF71-93F4CC551DBF}"/>
          </ac:spMkLst>
        </pc:spChg>
        <pc:spChg chg="mod">
          <ac:chgData name="Ines Belhoussine" userId="8779269a92f3eda0" providerId="LiveId" clId="{EDAE93F2-2B1F-4FE5-BBF4-E2EB8FC2390D}" dt="2026-08-19T00:19:21.605" v="9085" actId="20577"/>
          <ac:spMkLst>
            <pc:docMk/>
            <pc:sldMk cId="219947077" sldId="279"/>
            <ac:spMk id="4" creationId="{ECD6356E-EE72-7226-883C-5B336D741AD2}"/>
          </ac:spMkLst>
        </pc:spChg>
      </pc:sldChg>
      <pc:sldChg chg="addSp delSp modSp new mod setBg">
        <pc:chgData name="Ines Belhoussine" userId="8779269a92f3eda0" providerId="LiveId" clId="{EDAE93F2-2B1F-4FE5-BBF4-E2EB8FC2390D}" dt="2026-08-19T15:18:35.559" v="9194" actId="1076"/>
        <pc:sldMkLst>
          <pc:docMk/>
          <pc:sldMk cId="3151512101" sldId="280"/>
        </pc:sldMkLst>
        <pc:spChg chg="mod">
          <ac:chgData name="Ines Belhoussine" userId="8779269a92f3eda0" providerId="LiveId" clId="{EDAE93F2-2B1F-4FE5-BBF4-E2EB8FC2390D}" dt="2026-08-19T15:10:51.973" v="9186" actId="26606"/>
          <ac:spMkLst>
            <pc:docMk/>
            <pc:sldMk cId="3151512101" sldId="280"/>
            <ac:spMk id="2" creationId="{BBEDC311-F502-53FF-A6A0-0A0ACAC3493D}"/>
          </ac:spMkLst>
        </pc:spChg>
        <pc:spChg chg="del">
          <ac:chgData name="Ines Belhoussine" userId="8779269a92f3eda0" providerId="LiveId" clId="{EDAE93F2-2B1F-4FE5-BBF4-E2EB8FC2390D}" dt="2026-08-19T15:10:49.566" v="9185" actId="22"/>
          <ac:spMkLst>
            <pc:docMk/>
            <pc:sldMk cId="3151512101" sldId="280"/>
            <ac:spMk id="3" creationId="{A3C1B66B-99D8-8C6F-C025-2825CEA5DA4A}"/>
          </ac:spMkLst>
        </pc:spChg>
        <pc:spChg chg="add">
          <ac:chgData name="Ines Belhoussine" userId="8779269a92f3eda0" providerId="LiveId" clId="{EDAE93F2-2B1F-4FE5-BBF4-E2EB8FC2390D}" dt="2026-08-19T15:10:51.973" v="9186" actId="26606"/>
          <ac:spMkLst>
            <pc:docMk/>
            <pc:sldMk cId="3151512101" sldId="280"/>
            <ac:spMk id="10" creationId="{A4AC5506-6312-4701-8D3C-40187889A947}"/>
          </ac:spMkLst>
        </pc:spChg>
        <pc:picChg chg="add mod ord">
          <ac:chgData name="Ines Belhoussine" userId="8779269a92f3eda0" providerId="LiveId" clId="{EDAE93F2-2B1F-4FE5-BBF4-E2EB8FC2390D}" dt="2026-08-19T15:10:57.630" v="9188" actId="1076"/>
          <ac:picMkLst>
            <pc:docMk/>
            <pc:sldMk cId="3151512101" sldId="280"/>
            <ac:picMk id="5" creationId="{C5F81DC2-AAEE-F8BF-F5EE-57F4ED1A419F}"/>
          </ac:picMkLst>
        </pc:picChg>
        <pc:picChg chg="add mod">
          <ac:chgData name="Ines Belhoussine" userId="8779269a92f3eda0" providerId="LiveId" clId="{EDAE93F2-2B1F-4FE5-BBF4-E2EB8FC2390D}" dt="2026-08-19T15:14:09.630" v="9191" actId="1076"/>
          <ac:picMkLst>
            <pc:docMk/>
            <pc:sldMk cId="3151512101" sldId="280"/>
            <ac:picMk id="7" creationId="{3B451D1C-8B52-A0AB-8AAF-9DC2B7ECF3DF}"/>
          </ac:picMkLst>
        </pc:picChg>
        <pc:picChg chg="add mod">
          <ac:chgData name="Ines Belhoussine" userId="8779269a92f3eda0" providerId="LiveId" clId="{EDAE93F2-2B1F-4FE5-BBF4-E2EB8FC2390D}" dt="2026-08-19T15:18:35.559" v="9194" actId="1076"/>
          <ac:picMkLst>
            <pc:docMk/>
            <pc:sldMk cId="3151512101" sldId="280"/>
            <ac:picMk id="9" creationId="{1C765EBA-8C44-8514-CDD1-82BC42B98F6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35712-01C9-4E0B-AA7A-53F4EF2C3E68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A31847-4DAB-4117-A588-E6E78B98CD8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3457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31847-4DAB-4117-A588-E6E78B98CD8A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41472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449D0-F27A-A908-04C3-CD488C565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5141918-85D7-CBFA-F108-CDB8222AC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3A40691-A2FE-F1DE-2D56-93E332506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0E27AAC-A415-F6CF-19EE-F0926C6FA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31847-4DAB-4117-A588-E6E78B98CD8A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7533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960A3-06DC-154E-4529-905470D1D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6E75004-D740-C396-D01B-36B8CBA38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E9A8A07-6038-3951-C6B5-9FA8AED6F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FBCE1EC-7472-2869-D5F9-D7DFE1F70E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31847-4DAB-4117-A588-E6E78B98CD8A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2294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88BF0-40C3-C487-C74D-24ECBCB32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D63E973-CCD7-48A8-D42B-CBB409E1D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97057DD-2B31-12FE-9EB2-E5F8A2219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BC35E6-A2E4-3FD8-CB11-2174F37E60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31847-4DAB-4117-A588-E6E78B98CD8A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2375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2FFAB-9119-0210-E6D8-D83FF77CE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A4BD3E4-3AFE-4540-EC86-8717C0761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22D2F25-74CF-D38B-8F41-BF9B2C3A2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942B819-4366-0701-E485-0902E64C42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31847-4DAB-4117-A588-E6E78B98CD8A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8905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46558-BF24-1974-726D-1F5CFD5B3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1527A89-6594-1268-A46B-9616AE5FE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0B10F4A-C793-A1D7-E353-66405BF4B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C2A63CF-EFC5-6EDE-F075-2FB3039020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31847-4DAB-4117-A588-E6E78B98CD8A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1032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1C0FA-5967-6CFC-F9AE-4823E7971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63C33A4-FDE7-A095-E273-3B35A4FBD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2409C81-F5D5-9D5E-98FB-367908D98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FD8BCC-34ED-7E9E-B6E6-6BC48F5E4E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31847-4DAB-4117-A588-E6E78B98CD8A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2965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52FE9-4353-B6B0-6D06-21EB64BE4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AB9B66D-ECF5-5C38-EF5C-D1C8CCEAF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6EBA2DF-F551-2908-0213-7E62CC375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9A900C-66C9-8C7A-BA50-E2329B1881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31847-4DAB-4117-A588-E6E78B98CD8A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83023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E6C5E-24F5-449A-102B-374916D73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89C0097-A876-9AE3-7C80-04675B6E5F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1EAD459-B733-77C4-0B3A-74A76593B9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0BF3614-9B78-C7DB-47BE-F6CABEEAB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31847-4DAB-4117-A588-E6E78B98CD8A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2358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23E09C-442A-324A-BF5C-C3AF9FB14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5AFEBF0-2A7A-6380-F088-2325CF28F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D04F70-D9CB-52E3-DC68-181BED1C1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12C7-BE44-4C38-BC6B-CA07666BCEF3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479B6B-FFAE-A96D-283B-13249CB42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255A9A-7E38-EDAB-E13F-DFC3D7D80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F916-C3D6-4948-863B-C95E614D1C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606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907154-DC9E-6188-BFEF-D0075660D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4FF93C-73DD-38C8-74B9-A8C15E4ED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01735A6-D1EA-89AC-E531-8D944D823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12C7-BE44-4C38-BC6B-CA07666BCEF3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A3CD50-2674-3570-591F-374836D5E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5978BA-B2EB-150B-FB19-C563E36A5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F916-C3D6-4948-863B-C95E614D1C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1997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EF8B12-AD94-3244-A288-ED4F52D71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801D2A5-2DB0-FAB5-124A-4F53EB576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4F12E5-E4F4-A3DE-5832-BA6170D13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12C7-BE44-4C38-BC6B-CA07666BCEF3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F65373-BA87-7B0F-A247-8DC18231C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10EDA0-234F-A647-6C19-2A3DC9C18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F916-C3D6-4948-863B-C95E614D1C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1594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77BCF5-0443-7F4B-B459-6B10298D0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738013-1F69-02D9-06AD-BA1300A3F8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0BAB91F-4B3D-22F0-CCEC-CB3EE3879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71DD00-9A0C-F7E7-F301-2E7263447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12C7-BE44-4C38-BC6B-CA07666BCEF3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DBAB11A-551F-CB1E-A452-E13385B38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E783232-D837-1278-23D2-AA0EBA26E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F916-C3D6-4948-863B-C95E614D1C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7224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DC3C2A-5057-E1B4-7AAA-48242414A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2D1B03A-2992-24A5-D537-B6A181F14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8A38B79-D554-2AB6-3F19-A615E1829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BA30E73-B7E3-2E6D-A849-C2AFE62198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A22534C-2689-29E9-6F84-829AF149C7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71A6D1F-6A73-49C6-2CCB-47320F560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12C7-BE44-4C38-BC6B-CA07666BCEF3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3CA73C8-8AA1-979F-59D9-1B4D3022A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581D57E-9476-2A96-E12F-D0D44446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F916-C3D6-4948-863B-C95E614D1C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5422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20964D-80A9-8777-8482-AF5455A6E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3FD5B38-A448-7E4F-9731-6843E66F8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12C7-BE44-4C38-BC6B-CA07666BCEF3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2FA11A-7A14-F914-8CCC-07B3E7BC0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2EE13C9-8479-3B9E-E978-FF6B9D10C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F916-C3D6-4948-863B-C95E614D1C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7234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74BC0E3-B1E5-C7E8-80D8-1F85A8DF6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12C7-BE44-4C38-BC6B-CA07666BCEF3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DCC0C26-CEAA-F6DD-65CC-164DC9D8F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CD43E9-8EDD-3168-613C-2BDCBDC99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F916-C3D6-4948-863B-C95E614D1C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139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2D7216-31D0-34A0-B8E3-E8A952B41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2A9621-6645-DA09-0CC7-35A7B7E9C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E13FA33-3E9D-EB50-BAC4-5C6D5942DC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EB16239-339F-64E3-BDD4-9625CFC01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12C7-BE44-4C38-BC6B-CA07666BCEF3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4809965-6651-AFB7-DDED-AD8838D6A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43FCFC-1714-4875-3EE9-09346B808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F916-C3D6-4948-863B-C95E614D1C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8458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9E5978-62E5-62FF-C527-58ED3D1C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6CCABED-4962-0F56-BC89-16BC6F51F3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41AC4E1-D617-3557-4A49-8492700D9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0EA680B-22FB-9387-8988-872817666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12C7-BE44-4C38-BC6B-CA07666BCEF3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061DB86-B627-5253-186A-B505346EA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40DB82-D9C6-7202-DD6A-22A49EF8B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F916-C3D6-4948-863B-C95E614D1C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1122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AA7ECD-FE3C-0F12-5DC1-CAC589524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0C3D3A3-9F3C-65F4-60FA-1AA9DE5D14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507752-84B9-F5AF-B420-FBE080D9D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12C7-BE44-4C38-BC6B-CA07666BCEF3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012F49-E3C5-F913-FFAC-3AFD91A0F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6831AF-794D-5D30-14E5-652B8CAAE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F916-C3D6-4948-863B-C95E614D1C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8093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38249AB-F2C7-E2CE-8188-AD0E1A4FB5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913766C-90D7-F05A-34B8-EDE79CEF8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8034AF-1170-0152-48C9-828608432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12C7-BE44-4C38-BC6B-CA07666BCEF3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9656F5-963F-C059-ED36-A054DC0F6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F89C2B-A680-CD04-81AA-8263F246C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F916-C3D6-4948-863B-C95E614D1C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3181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343776F-AF6E-B7F1-CDED-2BBC48E7D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4D37AE6-94C9-703B-3A53-E282A9709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1C9CC9-5B46-4A4A-6475-9FDE076AD7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BB12C7-BE44-4C38-BC6B-CA07666BCEF3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552F20-DE13-C0BA-0D5F-1A3ADB8A51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CECD84-FF29-CD2D-5FED-81821B16C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14F916-C3D6-4948-863B-C95E614D1C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7168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E0AA55-19BE-BF19-72D7-54F1F567C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fr-FR" sz="6600" dirty="0"/>
              <a:t>MeloWave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8AEBE8F-686D-DCEE-92E0-21D8579E6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5"/>
            <a:ext cx="10765972" cy="1423343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fr-FR" dirty="0"/>
              <a:t>Projet 9 — Analyse et anticipation des tendances streaming musical</a:t>
            </a:r>
          </a:p>
          <a:p>
            <a:pPr algn="l"/>
            <a:r>
              <a:rPr lang="fr-FR" dirty="0"/>
              <a:t>Mission 1 : Analyse exploratoire et tests statistiques</a:t>
            </a:r>
          </a:p>
          <a:p>
            <a:pPr algn="l"/>
            <a:r>
              <a:rPr lang="fr-FR" dirty="0"/>
              <a:t>Mission 2 : Prévision de la présence de la Pop dans le Top 200 Global</a:t>
            </a:r>
          </a:p>
          <a:p>
            <a:pPr algn="l"/>
            <a:r>
              <a:rPr lang="fr-FR" dirty="0"/>
              <a:t>Ines Belhoussine Data </a:t>
            </a:r>
            <a:r>
              <a:rPr lang="fr-FR" dirty="0" err="1"/>
              <a:t>Analyst</a:t>
            </a:r>
            <a:endParaRPr lang="fr-FR" dirty="0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289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02A3A2E-0A8A-063A-D4AC-D0E5ABE34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fr-FR" sz="4000" dirty="0"/>
              <a:t>Contexte et démarche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6A4FA7-DBCE-6BE8-A236-D8124EF04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 fontScale="92500" lnSpcReduction="10000"/>
          </a:bodyPr>
          <a:lstStyle/>
          <a:p>
            <a:r>
              <a:rPr lang="fr-FR" sz="2200" b="1" u="sng" dirty="0"/>
              <a:t>Mission 1 : Comprendre </a:t>
            </a:r>
          </a:p>
          <a:p>
            <a:pPr marL="0" indent="0">
              <a:buNone/>
            </a:pPr>
            <a:r>
              <a:rPr lang="fr-FR" sz="2200" dirty="0"/>
              <a:t>Auditer et nettoyer le catalogue Spotify </a:t>
            </a:r>
          </a:p>
          <a:p>
            <a:pPr marL="0" indent="0">
              <a:buNone/>
            </a:pPr>
            <a:r>
              <a:rPr lang="fr-FR" sz="2200" dirty="0"/>
              <a:t>Décrire les caractéristiques des morceaux </a:t>
            </a:r>
          </a:p>
          <a:p>
            <a:pPr marL="0" indent="0">
              <a:buNone/>
            </a:pPr>
            <a:r>
              <a:rPr lang="fr-FR" sz="2200" dirty="0"/>
              <a:t>Répondre aux 3 questions par des tests statistiques</a:t>
            </a:r>
          </a:p>
          <a:p>
            <a:pPr marL="0" indent="0">
              <a:buNone/>
            </a:pPr>
            <a:endParaRPr lang="fr-FR" sz="2200" dirty="0"/>
          </a:p>
          <a:p>
            <a:r>
              <a:rPr lang="fr-FR" sz="2200" b="1" u="sng" dirty="0"/>
              <a:t>Mission 2 : Anticiper</a:t>
            </a:r>
          </a:p>
          <a:p>
            <a:pPr marL="0" indent="0">
              <a:buNone/>
            </a:pPr>
            <a:r>
              <a:rPr lang="fr-FR" sz="2200" dirty="0"/>
              <a:t>Construire une série temporelle fiable </a:t>
            </a:r>
          </a:p>
          <a:p>
            <a:pPr marL="0" indent="0">
              <a:buNone/>
            </a:pPr>
            <a:r>
              <a:rPr lang="fr-FR" sz="2200" dirty="0"/>
              <a:t>Evaluer un modèle Prophet</a:t>
            </a:r>
          </a:p>
          <a:p>
            <a:pPr marL="0" indent="0">
              <a:buNone/>
            </a:pPr>
            <a:r>
              <a:rPr lang="fr-FR" sz="2200" dirty="0"/>
              <a:t>Prévoir la présence Pop à 6 mois</a:t>
            </a:r>
          </a:p>
          <a:p>
            <a:pPr marL="0" indent="0">
              <a:buNone/>
            </a:pPr>
            <a:r>
              <a:rPr lang="fr-FR" sz="2200" b="1" dirty="0"/>
              <a:t>DONNEES</a:t>
            </a:r>
            <a:r>
              <a:rPr lang="fr-FR" sz="2200" dirty="0"/>
              <a:t>  	</a:t>
            </a:r>
            <a:r>
              <a:rPr lang="fr-FR" sz="2200" b="1" dirty="0"/>
              <a:t>ANALYSER</a:t>
            </a:r>
            <a:r>
              <a:rPr lang="fr-FR" sz="2200" dirty="0"/>
              <a:t>	</a:t>
            </a:r>
            <a:r>
              <a:rPr lang="fr-FR" sz="2200" b="1" dirty="0"/>
              <a:t>TESTER</a:t>
            </a:r>
            <a:r>
              <a:rPr lang="fr-FR" sz="2200" dirty="0"/>
              <a:t>		</a:t>
            </a:r>
            <a:r>
              <a:rPr lang="fr-FR" sz="2200" b="1" dirty="0"/>
              <a:t>PREVOIR</a:t>
            </a:r>
            <a:r>
              <a:rPr lang="fr-FR" sz="2200" dirty="0"/>
              <a:t>	</a:t>
            </a:r>
            <a:r>
              <a:rPr lang="fr-FR" sz="2200" b="1" dirty="0"/>
              <a:t>RECOMMANDER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94EA3A9A-A54D-ABC3-4C56-D78F9706E152}"/>
              </a:ext>
            </a:extLst>
          </p:cNvPr>
          <p:cNvCxnSpPr/>
          <p:nvPr/>
        </p:nvCxnSpPr>
        <p:spPr>
          <a:xfrm>
            <a:off x="2405743" y="5954487"/>
            <a:ext cx="511628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08D9A923-0F54-B5E1-FE9B-D6459243DFC4}"/>
              </a:ext>
            </a:extLst>
          </p:cNvPr>
          <p:cNvCxnSpPr/>
          <p:nvPr/>
        </p:nvCxnSpPr>
        <p:spPr>
          <a:xfrm>
            <a:off x="4256315" y="5954487"/>
            <a:ext cx="511628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EECECF9C-2EFB-D1FC-390F-187F3D93367E}"/>
              </a:ext>
            </a:extLst>
          </p:cNvPr>
          <p:cNvCxnSpPr/>
          <p:nvPr/>
        </p:nvCxnSpPr>
        <p:spPr>
          <a:xfrm>
            <a:off x="5840186" y="5954487"/>
            <a:ext cx="511628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D7BE1EDB-49EB-CD43-CA28-791135A290BA}"/>
              </a:ext>
            </a:extLst>
          </p:cNvPr>
          <p:cNvCxnSpPr/>
          <p:nvPr/>
        </p:nvCxnSpPr>
        <p:spPr>
          <a:xfrm>
            <a:off x="7826829" y="5965373"/>
            <a:ext cx="511628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0285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FA5543-0C20-F8C3-8DBE-DD0AFD04D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C3753AF-8FE9-DFA1-C62D-BEE3A0927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3F7BE01-8835-A0D6-45CC-E94D52F3E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D658F1A-CE11-4007-B85D-FB1A2EB70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32815C3-B386-D7F1-A516-57A6EF8CC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fr-FR" sz="4000" dirty="0"/>
              <a:t>MISSION 1 : QUALITE DES DONNEES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9C3030-8705-EE7A-100E-17663DE96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5EB6E6-0BAB-9A46-6025-E80F25EFE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743" y="2198914"/>
            <a:ext cx="10840865" cy="4343400"/>
          </a:xfrm>
        </p:spPr>
        <p:txBody>
          <a:bodyPr>
            <a:normAutofit fontScale="85000" lnSpcReduction="20000"/>
          </a:bodyPr>
          <a:lstStyle/>
          <a:p>
            <a:r>
              <a:rPr lang="fr-FR" sz="2200" b="1" dirty="0"/>
              <a:t>Audit et préparation du catalogue </a:t>
            </a:r>
          </a:p>
          <a:p>
            <a:r>
              <a:rPr lang="fr-FR" sz="2200" dirty="0"/>
              <a:t>Données initiales </a:t>
            </a:r>
          </a:p>
          <a:p>
            <a:pPr marL="0" indent="0">
              <a:buNone/>
            </a:pPr>
            <a:r>
              <a:rPr lang="fr-FR" sz="2200" dirty="0"/>
              <a:t>114 000 observations </a:t>
            </a:r>
          </a:p>
          <a:p>
            <a:pPr marL="0" indent="0">
              <a:buNone/>
            </a:pPr>
            <a:r>
              <a:rPr lang="fr-FR" sz="2200" dirty="0"/>
              <a:t>114 genres </a:t>
            </a:r>
          </a:p>
          <a:p>
            <a:pPr marL="0" indent="0">
              <a:buNone/>
            </a:pPr>
            <a:r>
              <a:rPr lang="fr-FR" sz="2200" dirty="0"/>
              <a:t>Caractéristiques (audio et popularité)</a:t>
            </a:r>
          </a:p>
          <a:p>
            <a:r>
              <a:rPr lang="fr-FR" sz="2200" dirty="0"/>
              <a:t>Contrôles réalisés:</a:t>
            </a:r>
          </a:p>
          <a:p>
            <a:pPr marL="0" indent="0">
              <a:buNone/>
            </a:pPr>
            <a:r>
              <a:rPr lang="fr-FR" sz="2200" dirty="0"/>
              <a:t>Valeurs manquantes</a:t>
            </a:r>
          </a:p>
          <a:p>
            <a:pPr marL="0" indent="0">
              <a:buNone/>
            </a:pPr>
            <a:r>
              <a:rPr lang="fr-FR" sz="2200" dirty="0"/>
              <a:t>Doublons stricts</a:t>
            </a:r>
          </a:p>
          <a:p>
            <a:pPr marL="0" indent="0">
              <a:buNone/>
            </a:pPr>
            <a:r>
              <a:rPr lang="fr-FR" sz="2200" dirty="0"/>
              <a:t> Doublons de </a:t>
            </a:r>
            <a:r>
              <a:rPr lang="fr-FR" sz="2200" dirty="0" err="1"/>
              <a:t>track_id</a:t>
            </a:r>
            <a:endParaRPr lang="fr-FR" sz="2200" dirty="0"/>
          </a:p>
          <a:p>
            <a:pPr marL="0" indent="0">
              <a:buNone/>
            </a:pPr>
            <a:r>
              <a:rPr lang="fr-FR" sz="2200" dirty="0"/>
              <a:t>Cohérence des caractéristiques audio</a:t>
            </a:r>
          </a:p>
          <a:p>
            <a:pPr marL="0" indent="0">
              <a:buNone/>
            </a:pPr>
            <a:r>
              <a:rPr lang="fr-FR" sz="2200" dirty="0"/>
              <a:t>Conversion de la durée en secondes</a:t>
            </a:r>
          </a:p>
          <a:p>
            <a:pPr marL="0" indent="0">
              <a:buNone/>
            </a:pPr>
            <a:r>
              <a:rPr lang="fr-FR" sz="2200" dirty="0"/>
              <a:t>Point méthodologique : un même morceau peut appartenir à plusieurs genres ( ces occurrences sont conservées elles représentent une information métier et non une erreur de qualité de données.)</a:t>
            </a:r>
          </a:p>
        </p:txBody>
      </p:sp>
    </p:spTree>
    <p:extLst>
      <p:ext uri="{BB962C8B-B14F-4D97-AF65-F5344CB8AC3E}">
        <p14:creationId xmlns:p14="http://schemas.microsoft.com/office/powerpoint/2010/main" val="1280137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E2E415-288A-F68D-B829-91937967E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EE46622-72DC-3A32-C8D2-CEE285C95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B799BE0-4973-A86C-FDC1-10D2A7C17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64F7E53-58AE-35A4-3B45-A1A6FB378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15A84B1-3EF2-EA99-8538-41EB40E73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fr-FR" sz="4000" dirty="0"/>
              <a:t>MISSION 1 : QUALITE DES DONNEES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B6A87A-21CD-1CED-335F-C6BE3402F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20B088B-43F2-4464-5EAF-E3541B4A50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9812" y="2382355"/>
            <a:ext cx="3930852" cy="112400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59CAE70-46BD-F4A2-5364-255A3248D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95" y="3736046"/>
            <a:ext cx="2997354" cy="84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869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36E5E5-1C3F-218F-DECC-6F485383D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E48CD5C-FED3-BC09-4CBB-355F804CC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F272729-F881-70DF-CED9-1E130BB5FD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FAFA4CE-E7D0-5034-2748-9B6261F40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F485074-BC6D-AA31-DFE8-885B34A9B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fr-FR" sz="4000" dirty="0"/>
              <a:t>MISSION 1 : DESCRIPTION DU CATALOGUE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B573CB-C817-C235-3520-1FB07756C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295D25E-2D01-A05F-99D6-0434C0DAF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5" y="2177266"/>
            <a:ext cx="11155680" cy="4582763"/>
          </a:xfrm>
        </p:spPr>
        <p:txBody>
          <a:bodyPr>
            <a:normAutofit fontScale="70000" lnSpcReduction="20000"/>
          </a:bodyPr>
          <a:lstStyle/>
          <a:p>
            <a:r>
              <a:rPr lang="fr-FR" b="1" dirty="0"/>
              <a:t>A quoi ressemble le catalogue ? </a:t>
            </a:r>
          </a:p>
          <a:p>
            <a:pPr marL="0" indent="0">
              <a:buNone/>
            </a:pPr>
            <a:r>
              <a:rPr lang="fr-FR" b="1" dirty="0"/>
              <a:t>Analyses réalisées : </a:t>
            </a:r>
          </a:p>
          <a:p>
            <a:pPr marL="0" indent="0">
              <a:buNone/>
            </a:pPr>
            <a:r>
              <a:rPr lang="fr-FR" dirty="0"/>
              <a:t>Statistiques descriptives</a:t>
            </a:r>
          </a:p>
          <a:p>
            <a:pPr marL="0" indent="0">
              <a:buNone/>
            </a:pPr>
            <a:r>
              <a:rPr lang="fr-FR" dirty="0"/>
              <a:t>Distribution des caractéristiques audio</a:t>
            </a:r>
          </a:p>
          <a:p>
            <a:pPr marL="0" indent="0">
              <a:buNone/>
            </a:pPr>
            <a:r>
              <a:rPr lang="fr-FR" dirty="0"/>
              <a:t>Histogramme et </a:t>
            </a:r>
            <a:r>
              <a:rPr lang="fr-FR" dirty="0" err="1"/>
              <a:t>Boxplots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Asymétrie = </a:t>
            </a:r>
            <a:r>
              <a:rPr lang="fr-FR" dirty="0" err="1"/>
              <a:t>Skewness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Aplatissement = Kurtosis</a:t>
            </a:r>
          </a:p>
          <a:p>
            <a:pPr marL="0" indent="0">
              <a:buNone/>
            </a:pPr>
            <a:r>
              <a:rPr lang="fr-FR" dirty="0"/>
              <a:t>Valeurs atypiques = méthode IQR</a:t>
            </a:r>
          </a:p>
          <a:p>
            <a:pPr marL="0" indent="0">
              <a:buNone/>
            </a:pPr>
            <a:r>
              <a:rPr lang="fr-FR" dirty="0"/>
              <a:t>Classements artistes et morceaux</a:t>
            </a:r>
          </a:p>
          <a:p>
            <a:pPr marL="0" indent="0">
              <a:buNone/>
            </a:pPr>
            <a:r>
              <a:rPr lang="fr-FR" b="1" dirty="0"/>
              <a:t>Constat :</a:t>
            </a:r>
          </a:p>
          <a:p>
            <a:pPr marL="0" indent="0">
              <a:buNone/>
            </a:pPr>
            <a:r>
              <a:rPr lang="fr-FR" dirty="0"/>
              <a:t>10,42% des morceaux ont une popularité à 0</a:t>
            </a:r>
          </a:p>
          <a:p>
            <a:pPr marL="0" indent="0">
              <a:buNone/>
            </a:pPr>
            <a:r>
              <a:rPr lang="fr-FR" dirty="0"/>
              <a:t>Certaines variables présentent des asymétries fortes</a:t>
            </a:r>
          </a:p>
          <a:p>
            <a:pPr marL="0" indent="0">
              <a:buNone/>
            </a:pPr>
            <a:r>
              <a:rPr lang="fr-FR" dirty="0"/>
              <a:t>Des valeurs atypiques existent pour la durée et le </a:t>
            </a:r>
            <a:r>
              <a:rPr lang="fr-FR" dirty="0" err="1"/>
              <a:t>loudness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59537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8A89E6-4985-4AA3-05E6-5FE985BDA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56F443A-C549-9B77-B156-CD4E8BC91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71DAA0-92F9-9952-C14F-4E24FFA1D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2FCC6DB-4CAC-730C-1BE0-18F4A33F6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7A43927-3204-3BF7-3CB7-CBE0DFC9C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fr-FR" sz="4000" dirty="0"/>
              <a:t>MISSION 1 : DESCRIPTION DU CATALOGUE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858C4D-60B1-0A91-65A7-C43C9A567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C54C2B0-A602-CC13-ACCE-2A641008E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1066" y="2224245"/>
            <a:ext cx="3912297" cy="216495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6C99394-02AC-8B12-36F8-57633C779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956" y="2419596"/>
            <a:ext cx="3694863" cy="201880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1CA6631-F3E0-3C5C-ED87-CE7B38183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066" y="4726200"/>
            <a:ext cx="3475106" cy="188991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ADC54E02-6150-284C-0E5E-E63E97E39F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4594635"/>
            <a:ext cx="3906187" cy="213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974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49E00D-3326-F1F1-7819-76C644C24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C81643-CCC3-0144-3597-9ABBF7101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30C9B60-DF93-8C39-3CC3-3D670084D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719A0B8-7842-175D-7711-47E2FEECC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E6324E5-35D8-FA24-25DD-6FC3AADB8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 fontScale="90000"/>
          </a:bodyPr>
          <a:lstStyle/>
          <a:p>
            <a:r>
              <a:rPr lang="fr-FR" sz="4000" dirty="0"/>
              <a:t>MISSION 1 : VALEURS ATYPIQUES ET PROFILS MUSICAUX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8ED657-4C1E-4887-528D-DFE743CA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2603434-3408-1B01-2D6C-E4D52ACCD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5" y="2177266"/>
            <a:ext cx="11155680" cy="4582763"/>
          </a:xfrm>
        </p:spPr>
        <p:txBody>
          <a:bodyPr>
            <a:normAutofit/>
          </a:bodyPr>
          <a:lstStyle/>
          <a:p>
            <a:r>
              <a:rPr lang="fr-FR" dirty="0"/>
              <a:t>Détection des valeurs atypiques IQR</a:t>
            </a:r>
          </a:p>
          <a:p>
            <a:pPr marL="0" indent="0">
              <a:buNone/>
            </a:pPr>
            <a:r>
              <a:rPr lang="fr-FR" dirty="0"/>
              <a:t>Pas de suppressions automatiques.</a:t>
            </a:r>
          </a:p>
          <a:p>
            <a:pPr marL="0" indent="0">
              <a:buNone/>
            </a:pPr>
            <a:r>
              <a:rPr lang="fr-FR" dirty="0"/>
              <a:t>Une valeur statistiquement atypique</a:t>
            </a:r>
          </a:p>
          <a:p>
            <a:pPr marL="0" indent="0">
              <a:buNone/>
            </a:pPr>
            <a:r>
              <a:rPr lang="fr-FR" dirty="0"/>
              <a:t>N’est pas nécessairement une donnée </a:t>
            </a:r>
          </a:p>
          <a:p>
            <a:pPr marL="0" indent="0">
              <a:buNone/>
            </a:pPr>
            <a:r>
              <a:rPr lang="fr-FR" dirty="0"/>
              <a:t>Erronée.</a:t>
            </a:r>
          </a:p>
          <a:p>
            <a:pPr marL="0" indent="0">
              <a:buNone/>
            </a:pPr>
            <a:r>
              <a:rPr lang="fr-FR" dirty="0"/>
              <a:t>Genre contrastés: </a:t>
            </a:r>
          </a:p>
          <a:p>
            <a:pPr marL="0" indent="0">
              <a:buNone/>
            </a:pPr>
            <a:r>
              <a:rPr lang="fr-FR" dirty="0"/>
              <a:t>(graphique slide suivante)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C38E3BD-90E0-2F14-198E-FC2980EEB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046" y="2216295"/>
            <a:ext cx="3130711" cy="337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321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4AC674-4D83-6848-6E93-DB14E3436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D6938-D791-03DE-DAB2-326EDB0AF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8DCDCE-DC0A-C347-1B51-53E6962E7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ACBE7D3-591A-1140-CD87-6735DA980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2E8E03-B652-3321-712D-A167770A1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 fontScale="90000"/>
          </a:bodyPr>
          <a:lstStyle/>
          <a:p>
            <a:r>
              <a:rPr lang="fr-FR" sz="4000" dirty="0"/>
              <a:t>MISSION 1 : VALEURS ATYPIQUES ET PROFILS MUSICAUX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698E07-1382-2B56-3D1A-C21B0F1077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245B7A5-B384-CE24-FE4A-346AE084F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925" y="2276856"/>
            <a:ext cx="5553075" cy="444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885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1B50A1-1B78-DE31-9344-0CB2783EA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6F71A7-66A7-FE29-640A-1AA890BD3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3EAF592-B119-480F-5C97-4535BB3F9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2F417A6-B055-BF1E-02E5-AB0485F3B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B57C024-B6B2-0082-2C59-867A4C72F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 fontScale="90000"/>
          </a:bodyPr>
          <a:lstStyle/>
          <a:p>
            <a:r>
              <a:rPr lang="fr-FR" sz="4000" dirty="0"/>
              <a:t>QUESTION 1 : LES CARACTERISTIQUES AUDIO SONT-ELLES LIEES 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906AA5-8D84-7FBC-1B68-671D5B920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22B3880-A500-4FE7-8D34-A83737366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5" y="2177266"/>
            <a:ext cx="11155680" cy="45827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/>
              <a:t>Energy et </a:t>
            </a:r>
            <a:r>
              <a:rPr lang="fr-FR" dirty="0" err="1"/>
              <a:t>Loudness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Variables : Quantitative / Quantitative</a:t>
            </a:r>
          </a:p>
          <a:p>
            <a:pPr marL="0" indent="0">
              <a:buNone/>
            </a:pPr>
            <a:r>
              <a:rPr lang="fr-FR" dirty="0"/>
              <a:t>H0: Absence d’association monotone entre Energy et </a:t>
            </a:r>
            <a:r>
              <a:rPr lang="fr-FR" dirty="0" err="1"/>
              <a:t>Loudness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H1: Existence d’une association monotone</a:t>
            </a:r>
          </a:p>
          <a:p>
            <a:pPr marL="0" indent="0">
              <a:buNone/>
            </a:pPr>
            <a:r>
              <a:rPr lang="fr-FR" dirty="0"/>
              <a:t>Choix méthodologique: </a:t>
            </a:r>
          </a:p>
          <a:p>
            <a:pPr marL="0" indent="0">
              <a:buNone/>
            </a:pPr>
            <a:r>
              <a:rPr lang="fr-FR" dirty="0"/>
              <a:t>Contrôle préalable: </a:t>
            </a:r>
          </a:p>
          <a:p>
            <a:pPr marL="0" indent="0">
              <a:buNone/>
            </a:pPr>
            <a:r>
              <a:rPr lang="fr-FR" dirty="0"/>
              <a:t>Distributions non normales</a:t>
            </a:r>
          </a:p>
          <a:p>
            <a:pPr marL="0" indent="0">
              <a:buNone/>
            </a:pPr>
            <a:r>
              <a:rPr lang="fr-FR" dirty="0"/>
              <a:t>Présence de valeurs atypiques</a:t>
            </a:r>
          </a:p>
          <a:p>
            <a:pPr marL="0" indent="0">
              <a:buNone/>
            </a:pPr>
            <a:r>
              <a:rPr lang="fr-FR" dirty="0"/>
              <a:t>Relation monotone</a:t>
            </a:r>
          </a:p>
          <a:p>
            <a:pPr marL="0" indent="0">
              <a:buNone/>
            </a:pPr>
            <a:r>
              <a:rPr lang="fr-FR" b="1" dirty="0"/>
              <a:t>TEST DE SPEARMAN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DF15881-0B49-D85B-C3F5-CF80C798F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033" y="6170807"/>
            <a:ext cx="2616334" cy="42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79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45699A-E299-F20A-D51B-739EF488F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71CB21-9622-5264-CBA5-29C18DA7E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9C55DDC-73FF-8E05-F639-3CBCD004F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9DD011D-63B1-3CAB-CA2D-2D153D4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0160204-A41A-322F-F0C5-DEE30DEF3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 fontScale="90000"/>
          </a:bodyPr>
          <a:lstStyle/>
          <a:p>
            <a:r>
              <a:rPr lang="fr-FR" sz="4000" dirty="0"/>
              <a:t>QUESTION 1 : LES CARACTERISTIQUES AUDIO SONT-ELLES LIEES 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9F8B38-20A6-242B-29A4-CF0B15E2D6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9721E31-DA15-614E-20F1-29A97D99E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5" y="2177266"/>
            <a:ext cx="11155680" cy="4582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Association positive forte : les morceaux les plus énergiques tendent également à être plus </a:t>
            </a:r>
            <a:r>
              <a:rPr lang="fr-FR" dirty="0" err="1"/>
              <a:t>loud</a:t>
            </a:r>
            <a:r>
              <a:rPr lang="fr-FR" dirty="0"/>
              <a:t>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AE14E62-AE87-2D28-D6D4-0918B945B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3887" y="2978426"/>
            <a:ext cx="5360018" cy="359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463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E0A178-6F56-9EA9-F9C1-9330BF2EC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87876DA-ABD5-CAC4-8D57-3866A199A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520FAB-BD97-60FA-9053-4E09FADBC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6A0A292-8C97-38DD-64AC-8E36B89FE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394F906-A993-2AE2-F0A0-FF5ED3BAB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 fontScale="90000"/>
          </a:bodyPr>
          <a:lstStyle/>
          <a:p>
            <a:r>
              <a:rPr lang="fr-FR" sz="4000" dirty="0"/>
              <a:t>QUESTION  2 : LA POPULARITE DIFFERE-T-ELLE SELON LE GENRE 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5B0EBF-0D78-8304-6AA9-CCA860F9F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E45C1C7-9D53-D426-A913-25995766F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5" y="2177266"/>
            <a:ext cx="11155680" cy="4582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Genre et Popularité</a:t>
            </a:r>
          </a:p>
          <a:p>
            <a:pPr marL="0" indent="0">
              <a:buNone/>
            </a:pPr>
            <a:r>
              <a:rPr lang="fr-FR" dirty="0"/>
              <a:t>Variables : qualitative / quantitative</a:t>
            </a:r>
          </a:p>
          <a:p>
            <a:pPr marL="0" indent="0">
              <a:buNone/>
            </a:pPr>
            <a:r>
              <a:rPr lang="fr-FR" dirty="0"/>
              <a:t>Nombre de groupes : plusieurs genres</a:t>
            </a:r>
          </a:p>
          <a:p>
            <a:pPr marL="0" indent="0">
              <a:buNone/>
            </a:pPr>
            <a:r>
              <a:rPr lang="fr-FR" dirty="0"/>
              <a:t>H0: les distributions des popularités sont identiques selon les genres</a:t>
            </a:r>
          </a:p>
          <a:p>
            <a:pPr marL="0" indent="0">
              <a:buNone/>
            </a:pPr>
            <a:r>
              <a:rPr lang="fr-FR" dirty="0"/>
              <a:t>H1: au moins un genre présente une distribution différente</a:t>
            </a:r>
          </a:p>
          <a:p>
            <a:pPr marL="0" indent="0">
              <a:buNone/>
            </a:pPr>
            <a:r>
              <a:rPr lang="fr-FR" dirty="0"/>
              <a:t>Conditions:</a:t>
            </a:r>
          </a:p>
          <a:p>
            <a:pPr marL="0" indent="0">
              <a:buNone/>
            </a:pPr>
            <a:r>
              <a:rPr lang="fr-FR" dirty="0"/>
              <a:t>Test de normalité p inférieur à 0,05 normalité rejetée</a:t>
            </a:r>
          </a:p>
          <a:p>
            <a:pPr marL="0" indent="0">
              <a:buNone/>
            </a:pPr>
            <a:r>
              <a:rPr lang="fr-FR" b="1" dirty="0"/>
              <a:t>KRUSKAL WALLIS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6624D61-622C-F593-6BBA-31D168026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984" y="5890238"/>
            <a:ext cx="2248016" cy="41912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8113E00-B9FB-9EC8-C2B9-D3218CF71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5928340"/>
            <a:ext cx="1739989" cy="3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277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55E944-444D-D48F-900A-4733499E0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8438D7-8945-05F2-350D-CE771932B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A7226F-DEAC-6A7D-D0F8-396BE9A4B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39BDE5B-D66D-560D-9905-D19C31C03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4BA5461-7A7D-D8FC-989D-6AE5C48BC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 fontScale="90000"/>
          </a:bodyPr>
          <a:lstStyle/>
          <a:p>
            <a:r>
              <a:rPr lang="fr-FR" sz="4000" dirty="0"/>
              <a:t>QUESTION  2 : LA POPULARITE DIFFERE-T-ELLE SELON LE GENRE 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28CB10-F7FF-41EE-4C59-F2F668583F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75DF61A-B551-AE25-CCEA-66CA1A378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5" y="2177266"/>
            <a:ext cx="11155680" cy="4582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Le genre est associé à des différences de popularité, mais l’importance pratique doit être appréciée à partir de la taille d’effet.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7A3797C-F0F4-93B0-E258-E3229B64A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270" y="3026229"/>
            <a:ext cx="6416724" cy="357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054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50EC73-B476-6B34-1A9A-1006B2F54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D87396-AD5D-3923-1EDC-4BBA49E08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75AAC2C-E3A0-9E83-48BF-C18D690C9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189EB56-F36F-5C9E-2E83-4B8BA21A6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FF3BAD6-F90B-2028-2BA7-FE9BE8370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 fontScale="90000"/>
          </a:bodyPr>
          <a:lstStyle/>
          <a:p>
            <a:r>
              <a:rPr lang="fr-FR" sz="4000" dirty="0"/>
              <a:t>QUESTION  3 : LE CONTENU EXPLICITE DEPEND-IL DU GENRE 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A151E8-AAD2-EC72-A259-8C92ACD00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095B1CC-384C-F29E-9538-1FF3F2F4C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5" y="2177266"/>
            <a:ext cx="11155680" cy="4582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Genre et Explicit</a:t>
            </a:r>
          </a:p>
          <a:p>
            <a:pPr marL="0" indent="0">
              <a:buNone/>
            </a:pPr>
            <a:r>
              <a:rPr lang="fr-FR" dirty="0"/>
              <a:t>Variables : qualitative / qualitative</a:t>
            </a:r>
          </a:p>
          <a:p>
            <a:pPr marL="0" indent="0">
              <a:buNone/>
            </a:pPr>
            <a:r>
              <a:rPr lang="fr-FR" dirty="0"/>
              <a:t>H0: Genre et contenu explicit sont indépendants</a:t>
            </a:r>
          </a:p>
          <a:p>
            <a:pPr marL="0" indent="0">
              <a:buNone/>
            </a:pPr>
            <a:r>
              <a:rPr lang="fr-FR" dirty="0"/>
              <a:t>H1: Il existe une association entre les deux</a:t>
            </a:r>
          </a:p>
          <a:p>
            <a:pPr marL="0" indent="0">
              <a:buNone/>
            </a:pPr>
            <a:r>
              <a:rPr lang="fr-FR" dirty="0"/>
              <a:t>Méthode: </a:t>
            </a:r>
          </a:p>
          <a:p>
            <a:pPr marL="0" indent="0">
              <a:buNone/>
            </a:pPr>
            <a:r>
              <a:rPr lang="fr-FR" dirty="0"/>
              <a:t>Tableau de contingence</a:t>
            </a:r>
          </a:p>
          <a:p>
            <a:pPr marL="0" indent="0">
              <a:buNone/>
            </a:pPr>
            <a:r>
              <a:rPr lang="fr-FR" dirty="0"/>
              <a:t>Contrôle des effectifs attendus</a:t>
            </a:r>
          </a:p>
          <a:p>
            <a:pPr marL="0" indent="0">
              <a:buNone/>
            </a:pPr>
            <a:r>
              <a:rPr lang="fr-FR" dirty="0"/>
              <a:t>Test du </a:t>
            </a:r>
            <a:r>
              <a:rPr lang="fr-FR" b="1" dirty="0"/>
              <a:t>χ²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1896FD3-4948-F418-D796-8F838386F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676" y="5769582"/>
            <a:ext cx="1911448" cy="53977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6EC8C6C-BAEA-AE3A-1415-8A26EE47F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827" y="5798158"/>
            <a:ext cx="1695537" cy="48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660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140E13-4AAB-6ABD-8864-2BD90E31F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9E7AEC-C038-6E2B-C7E2-1F6678F37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3CA9CCD-6B79-D330-2861-D9CD486AF7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D383DA4-23A3-2064-42A8-A2EA693B4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BE2C7F-BA88-3699-9FF2-EB58D0A1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 fontScale="90000"/>
          </a:bodyPr>
          <a:lstStyle/>
          <a:p>
            <a:r>
              <a:rPr lang="fr-FR" sz="4000" dirty="0"/>
              <a:t>QUESTION  3 : LE CONTENU EXPLICITE DEPEND-IL DU GENRE 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EFB9EC-15E6-F275-D416-3F7580CAA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D1A6CA9-FC6C-3FC8-A88C-B5214811B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5" y="2177266"/>
            <a:ext cx="11155680" cy="4582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Une association statistique existe entre genre et contenu explicit. Sa force est évaluée avec le V de </a:t>
            </a:r>
            <a:r>
              <a:rPr lang="fr-FR" dirty="0" err="1"/>
              <a:t>Cramér</a:t>
            </a:r>
            <a:r>
              <a:rPr lang="fr-FR" dirty="0"/>
              <a:t>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6A6E604-B545-76CD-B754-BA22DF22F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5" y="3163121"/>
            <a:ext cx="1854295" cy="334027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F1AE9D3-51B5-1D7F-71EF-97EA24694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477" y="2994734"/>
            <a:ext cx="4904695" cy="367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99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66A3E7-D5E5-9275-EE4E-9F1CE07B1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18FD6FE-6C58-8512-BE8C-5CF705C9B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11209B2-20B4-9DE7-32BA-C020B330A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D9B5BE6-F0B7-B276-CD89-935CDA64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9566CED-D15E-7B69-057F-D8EE1FF7A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fr-FR" sz="4000" dirty="0"/>
              <a:t>SYNTHESE MISSION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123C6-4860-9BAA-28A7-289AF0EB9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FCF56D7-70DF-061F-39C0-4615EC059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5" y="2177266"/>
            <a:ext cx="11155680" cy="45827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fr-FR" dirty="0"/>
              <a:t>Ce que </a:t>
            </a:r>
            <a:r>
              <a:rPr lang="fr-FR" dirty="0" err="1"/>
              <a:t>MaloWave</a:t>
            </a:r>
            <a:r>
              <a:rPr lang="fr-FR" dirty="0"/>
              <a:t> peut retenir: </a:t>
            </a:r>
          </a:p>
          <a:p>
            <a:r>
              <a:rPr lang="fr-FR" dirty="0"/>
              <a:t>Catalogue</a:t>
            </a:r>
          </a:p>
          <a:p>
            <a:pPr marL="0" indent="0">
              <a:buNone/>
            </a:pPr>
            <a:r>
              <a:rPr lang="fr-FR" dirty="0"/>
              <a:t>Le catalogue présente des profils audios différents et certaines distributions asymétriques.</a:t>
            </a:r>
          </a:p>
          <a:p>
            <a:r>
              <a:rPr lang="fr-FR" dirty="0"/>
              <a:t>Caractéristiques audios</a:t>
            </a:r>
          </a:p>
          <a:p>
            <a:pPr marL="0" indent="0">
              <a:buNone/>
            </a:pPr>
            <a:r>
              <a:rPr lang="fr-FR" dirty="0"/>
              <a:t>Energy et </a:t>
            </a:r>
            <a:r>
              <a:rPr lang="fr-FR" dirty="0" err="1"/>
              <a:t>Loudness</a:t>
            </a:r>
            <a:r>
              <a:rPr lang="fr-FR" dirty="0"/>
              <a:t> présentent une association positive forte.</a:t>
            </a:r>
          </a:p>
          <a:p>
            <a:r>
              <a:rPr lang="fr-FR" dirty="0"/>
              <a:t>Popularité</a:t>
            </a:r>
          </a:p>
          <a:p>
            <a:pPr marL="0" indent="0">
              <a:buNone/>
            </a:pPr>
            <a:r>
              <a:rPr lang="fr-FR" dirty="0"/>
              <a:t>La popularité présente des différences statistiquement détectables selon le genre.</a:t>
            </a:r>
          </a:p>
          <a:p>
            <a:r>
              <a:rPr lang="fr-FR" dirty="0"/>
              <a:t>Explicit </a:t>
            </a:r>
          </a:p>
          <a:p>
            <a:pPr marL="0" indent="0">
              <a:buNone/>
            </a:pPr>
            <a:r>
              <a:rPr lang="fr-FR" dirty="0"/>
              <a:t>Genre et contenu explicit présentent une association statistique.</a:t>
            </a:r>
          </a:p>
          <a:p>
            <a:pPr marL="0" indent="0">
              <a:buNone/>
            </a:pPr>
            <a:r>
              <a:rPr lang="fr-FR" dirty="0"/>
              <a:t>Attention : Significativité statistiques est différent d’une causalité </a:t>
            </a:r>
          </a:p>
        </p:txBody>
      </p:sp>
    </p:spTree>
    <p:extLst>
      <p:ext uri="{BB962C8B-B14F-4D97-AF65-F5344CB8AC3E}">
        <p14:creationId xmlns:p14="http://schemas.microsoft.com/office/powerpoint/2010/main" val="597675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FC6910-0EA5-6D6B-4C85-D21B3E5F0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E5AB709-ADB2-B4CF-F951-39876E7FA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E969BB7-14D0-34D2-E265-1B111C87F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E8AE74C-AA48-BD3B-5F49-664A7D153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0B00AF-61AE-1F0F-9270-ED1294715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 fontScale="90000"/>
          </a:bodyPr>
          <a:lstStyle/>
          <a:p>
            <a:r>
              <a:rPr lang="fr-FR" sz="4000" dirty="0"/>
              <a:t>MISSION 2 : CONSTRUIRE LA SERIE TEMPORELLE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C23EF1-4940-BFFA-9EC0-1A48E8AB4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AEF69D0-281C-52C3-8320-C6B7753D3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5" y="2177266"/>
            <a:ext cx="11155680" cy="45827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dirty="0"/>
              <a:t>Prévoir la présence de la Pop dans le Top 200 Global: </a:t>
            </a:r>
          </a:p>
          <a:p>
            <a:pPr marL="0" indent="0">
              <a:buNone/>
            </a:pPr>
            <a:r>
              <a:rPr lang="fr-FR" dirty="0"/>
              <a:t>Pour cela on doit: </a:t>
            </a:r>
          </a:p>
          <a:p>
            <a:pPr marL="0" indent="0">
              <a:buNone/>
            </a:pPr>
            <a:r>
              <a:rPr lang="fr-FR" dirty="0"/>
              <a:t>Construire chaque jour : le nombre de morceaux Pop présent dans le Top 200 Global</a:t>
            </a:r>
          </a:p>
          <a:p>
            <a:pPr marL="0" indent="0">
              <a:buNone/>
            </a:pPr>
            <a:r>
              <a:rPr lang="fr-FR" dirty="0"/>
              <a:t>Préparation:</a:t>
            </a:r>
          </a:p>
          <a:p>
            <a:r>
              <a:rPr lang="fr-FR" dirty="0"/>
              <a:t>Chargement des colonnes utiles</a:t>
            </a:r>
          </a:p>
          <a:p>
            <a:r>
              <a:rPr lang="fr-FR" dirty="0"/>
              <a:t>Filtre marché Global</a:t>
            </a:r>
          </a:p>
          <a:p>
            <a:r>
              <a:rPr lang="fr-FR" dirty="0"/>
              <a:t>Conservation temporaire de tous les genres</a:t>
            </a:r>
          </a:p>
          <a:p>
            <a:r>
              <a:rPr lang="fr-FR" dirty="0"/>
              <a:t>Grille quotidienne complète </a:t>
            </a:r>
          </a:p>
          <a:p>
            <a:r>
              <a:rPr lang="fr-FR" dirty="0"/>
              <a:t>Diagnostic des jours absents</a:t>
            </a:r>
          </a:p>
          <a:p>
            <a:pPr marL="0" indent="0">
              <a:buNone/>
            </a:pPr>
            <a:r>
              <a:rPr lang="fr-FR" dirty="0"/>
              <a:t>Résultat du diagnostic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5DA54A9-39F0-FCD7-4641-32649F27F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055" y="6107690"/>
            <a:ext cx="1847945" cy="49532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FB66E4D-997E-8FB5-C2F6-1627D1B77B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652" y="4697917"/>
            <a:ext cx="4572235" cy="1905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88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511A12-35A4-4618-1FC2-CA9603C6D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969B573-B60A-7E80-256D-D2DE583BA2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BD61448-F206-3B59-AAFC-6E4DA002D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DA54EEA-5B94-A1BD-8909-694D77977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0716F52-629D-21F9-B409-9EB7F2CF6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fr-FR" sz="4000" dirty="0"/>
              <a:t>MISSION 2 : TENDANCE DE LA PRESENCE POP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025403-52AB-0B95-1F1C-B8E035DB6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B31D96C-9A48-CE14-C66C-333D3B828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5" y="2177267"/>
            <a:ext cx="10515601" cy="139324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dirty="0"/>
              <a:t>Série quotidienne + moyenne mobile 30 jours</a:t>
            </a:r>
          </a:p>
          <a:p>
            <a:pPr marL="0" indent="0">
              <a:buNone/>
            </a:pPr>
            <a:r>
              <a:rPr lang="fr-FR" dirty="0"/>
              <a:t>Série brute : fluctuations quotidiennes</a:t>
            </a:r>
          </a:p>
          <a:p>
            <a:pPr marL="0" indent="0">
              <a:buNone/>
            </a:pPr>
            <a:r>
              <a:rPr lang="fr-FR" dirty="0"/>
              <a:t>Moyenne mobile 30 jours : tendance de fond plus lisible</a:t>
            </a:r>
          </a:p>
          <a:p>
            <a:pPr marL="0" indent="0">
              <a:buNone/>
            </a:pPr>
            <a:r>
              <a:rPr lang="fr-FR" dirty="0"/>
              <a:t>Notre objectif: laisser le bruit sans utiliser la moyenne mobile comme modèle prédictif.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6B65BA6-FB86-F893-EA83-411FBF306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5174" y="3728976"/>
            <a:ext cx="6658655" cy="308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348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D92F1F-ED04-414A-D650-9E458FFD7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57666A4-0B4A-FECF-78BD-0B87B56BE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F82218F-1291-F684-1FBF-3F3788316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F2D890E-87E9-63FF-46E3-2E118F07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2E3F6B3-9CC4-B3A3-52E0-7174DB0D5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fr-FR" sz="4000" dirty="0"/>
              <a:t>MISSION 2 : EVALUER PROPHET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9B55E2-6B0D-CFE1-A058-A78A948D8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8987D38-63A2-1C8B-47BE-A46F970EF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5" y="2177266"/>
            <a:ext cx="11155680" cy="45827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/>
              <a:t>Découpage chronologique</a:t>
            </a:r>
          </a:p>
          <a:p>
            <a:pPr marL="0" indent="0">
              <a:buNone/>
            </a:pPr>
            <a:r>
              <a:rPr lang="fr-FR" dirty="0"/>
              <a:t>Entraînement : Toutes les observations sauf les 90 derniers jours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TEST 90 derniers jours</a:t>
            </a:r>
          </a:p>
          <a:p>
            <a:pPr marL="0" indent="0">
              <a:buNone/>
            </a:pPr>
            <a:r>
              <a:rPr lang="fr-FR" dirty="0"/>
              <a:t>Configuration Prophet:</a:t>
            </a:r>
          </a:p>
          <a:p>
            <a:pPr marL="0" indent="0">
              <a:buNone/>
            </a:pPr>
            <a:r>
              <a:rPr lang="fr-FR" dirty="0"/>
              <a:t>Saisonnalité annuelle: activée</a:t>
            </a:r>
          </a:p>
          <a:p>
            <a:pPr marL="0" indent="0">
              <a:buNone/>
            </a:pPr>
            <a:r>
              <a:rPr lang="fr-FR" dirty="0"/>
              <a:t>Saisonnalité hebdomadaire : activée</a:t>
            </a:r>
          </a:p>
          <a:p>
            <a:pPr marL="0" indent="0">
              <a:buNone/>
            </a:pPr>
            <a:r>
              <a:rPr lang="fr-FR" dirty="0"/>
              <a:t>Saisonnalité quotidienne : désactivée</a:t>
            </a:r>
          </a:p>
          <a:p>
            <a:pPr marL="0" indent="0">
              <a:buNone/>
            </a:pPr>
            <a:r>
              <a:rPr lang="fr-FR" dirty="0"/>
              <a:t>Intervalle : 95%</a:t>
            </a:r>
          </a:p>
          <a:p>
            <a:pPr marL="0" indent="0">
              <a:buNone/>
            </a:pPr>
            <a:r>
              <a:rPr lang="fr-FR" dirty="0"/>
              <a:t>Le modèle ne doit jamais apprendre à partir du futur.</a:t>
            </a:r>
          </a:p>
        </p:txBody>
      </p:sp>
    </p:spTree>
    <p:extLst>
      <p:ext uri="{BB962C8B-B14F-4D97-AF65-F5344CB8AC3E}">
        <p14:creationId xmlns:p14="http://schemas.microsoft.com/office/powerpoint/2010/main" val="2133118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37191D-A85D-076B-E7BC-43EF40205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28729A-76AA-DE0E-4100-69EA09B0E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C999D34-4215-257D-E018-B0D7E438A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57C7B7-6A5E-C925-40C5-FAD993AE1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50C4FFA-BA5E-7772-8979-F1523ED95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fr-FR" sz="4000" dirty="0"/>
              <a:t>MISSION 2 : QUALITE DE LA PREVISION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B78A74-AEB6-6210-949C-C679657F6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6C7E83-7B80-59D2-66F3-54A691F39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5" y="2177266"/>
            <a:ext cx="11155680" cy="4582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Evaluation sur 90 jours</a:t>
            </a:r>
          </a:p>
          <a:p>
            <a:pPr marL="0" indent="0">
              <a:buNone/>
            </a:pPr>
            <a:r>
              <a:rPr lang="fr-FR" b="1" dirty="0"/>
              <a:t>MAE = 17,08</a:t>
            </a:r>
          </a:p>
          <a:p>
            <a:pPr marL="0" indent="0">
              <a:buNone/>
            </a:pPr>
            <a:r>
              <a:rPr lang="fr-FR" dirty="0"/>
              <a:t>Erreur absolue moyenne</a:t>
            </a:r>
          </a:p>
          <a:p>
            <a:pPr marL="0" indent="0">
              <a:buNone/>
            </a:pPr>
            <a:r>
              <a:rPr lang="fr-FR" b="1" dirty="0"/>
              <a:t>RMSE = 18,32</a:t>
            </a:r>
          </a:p>
          <a:p>
            <a:pPr marL="0" indent="0">
              <a:buNone/>
            </a:pPr>
            <a:r>
              <a:rPr lang="fr-FR" dirty="0"/>
              <a:t>Pénalise davantage les grosses erreurs</a:t>
            </a:r>
          </a:p>
          <a:p>
            <a:pPr marL="0" indent="0">
              <a:buNone/>
            </a:pPr>
            <a:r>
              <a:rPr lang="fr-FR" b="1" dirty="0"/>
              <a:t>MAPE = 22,40% </a:t>
            </a:r>
          </a:p>
          <a:p>
            <a:pPr marL="0" indent="0">
              <a:buNone/>
            </a:pPr>
            <a:r>
              <a:rPr lang="fr-FR" dirty="0"/>
              <a:t>Erreur relative moyenne</a:t>
            </a:r>
          </a:p>
          <a:p>
            <a:pPr marL="0" indent="0">
              <a:buNone/>
            </a:pPr>
            <a:r>
              <a:rPr lang="fr-FR" dirty="0"/>
              <a:t>Le modèle se trompe en moyenne d’environ 17 morceaux Pop par jour.</a:t>
            </a:r>
          </a:p>
        </p:txBody>
      </p:sp>
    </p:spTree>
    <p:extLst>
      <p:ext uri="{BB962C8B-B14F-4D97-AF65-F5344CB8AC3E}">
        <p14:creationId xmlns:p14="http://schemas.microsoft.com/office/powerpoint/2010/main" val="3912898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10E0F-C1DB-2E5D-28AA-9750FCAA9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047EB85-530E-319F-0881-460C75C9F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3631E1-F490-E828-97D7-85B186A0E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37145C-D20E-E83C-9955-4DE73218B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24A9F4A-8B81-7D73-B543-689C605E5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fr-FR" sz="4000" dirty="0"/>
              <a:t>MISSION 2 : QUALITE DE LA PREVISION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73EF2-BDAE-E9E3-2736-8923EC84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67B49B5-D3A2-8C60-1C70-10F4565C41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21610" y="2178050"/>
            <a:ext cx="9648842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8260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52106-498F-13A6-A5F6-B3FF456BC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BBBBBD6-99B6-517C-8ABE-9E08E5B36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C00484F-DAE2-CBFF-D8BB-5E1E80374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CAB9187-10F5-A081-8F5F-7055896DE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85AD5E-E61A-3BDD-D9E9-B84519FD3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fr-FR" sz="4000" dirty="0"/>
              <a:t>MISSION 2 : PREVISION FINALE A 6 MOIS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06BBE5-8F97-DBBB-1B8F-995B8608F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7C6806F-000C-A625-23EE-7D6D068C1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5" y="2177266"/>
            <a:ext cx="11155680" cy="4582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Prévision de la présence Pop à 6 mois</a:t>
            </a:r>
          </a:p>
          <a:p>
            <a:pPr marL="0" indent="0">
              <a:buNone/>
            </a:pPr>
            <a:r>
              <a:rPr lang="fr-FR" dirty="0"/>
              <a:t>Méthode </a:t>
            </a:r>
          </a:p>
          <a:p>
            <a:pPr marL="0" indent="0">
              <a:buNone/>
            </a:pPr>
            <a:r>
              <a:rPr lang="fr-FR" dirty="0"/>
              <a:t>Après évaluation : Réentraînement sur 100% de l’historique </a:t>
            </a:r>
          </a:p>
          <a:p>
            <a:pPr marL="0" indent="0">
              <a:buNone/>
            </a:pPr>
            <a:r>
              <a:rPr lang="fr-FR" dirty="0"/>
              <a:t>Puis: </a:t>
            </a:r>
          </a:p>
          <a:p>
            <a:pPr marL="0" indent="0">
              <a:buNone/>
            </a:pPr>
            <a:r>
              <a:rPr lang="fr-FR" dirty="0"/>
              <a:t>Prévision 183 jours (6 mois) </a:t>
            </a:r>
          </a:p>
          <a:p>
            <a:pPr marL="0" indent="0">
              <a:buNone/>
            </a:pPr>
            <a:r>
              <a:rPr lang="fr-FR" dirty="0"/>
              <a:t>Prophet fournit </a:t>
            </a:r>
          </a:p>
          <a:p>
            <a:pPr marL="0" indent="0">
              <a:buNone/>
            </a:pPr>
            <a:r>
              <a:rPr lang="fr-FR" dirty="0" err="1"/>
              <a:t>Yhat</a:t>
            </a:r>
            <a:r>
              <a:rPr lang="fr-FR" dirty="0"/>
              <a:t> : prévision centrale</a:t>
            </a:r>
          </a:p>
          <a:p>
            <a:pPr marL="0" indent="0">
              <a:buNone/>
            </a:pPr>
            <a:r>
              <a:rPr lang="fr-FR" dirty="0" err="1"/>
              <a:t>Yhat_lower</a:t>
            </a:r>
            <a:r>
              <a:rPr lang="fr-FR" dirty="0"/>
              <a:t> : borne basse</a:t>
            </a:r>
          </a:p>
          <a:p>
            <a:pPr marL="0" indent="0">
              <a:buNone/>
            </a:pPr>
            <a:r>
              <a:rPr lang="fr-FR" dirty="0" err="1"/>
              <a:t>Yhat_upper</a:t>
            </a:r>
            <a:r>
              <a:rPr lang="fr-FR" dirty="0"/>
              <a:t> : borne haute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0464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83BF8-23B3-788D-9F81-080C4683D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FE5A4A7-F1F7-7EF5-8D4B-87947F5FC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21BBBF-4A00-E0FE-3BBB-1CD7E9531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A70A37E-B9F7-BD79-A660-5FB808585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A3B4881-6364-D1F5-02DE-E3D579E3B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fr-FR" sz="4000" dirty="0"/>
              <a:t>MISSION 2 : PREVISION FINALE A 6 MOIS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D8BB30-3639-5E21-5B64-F6B779746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06DC586-E5E3-78D7-E339-594E5945D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5" y="2177266"/>
            <a:ext cx="11155680" cy="4582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La prévision représente une trajectoire probable accompagnée d’une incertitude, pas une certitude quotidienne.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483B1FC-EEF6-413F-6FAA-D16AA56BA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793" y="3094264"/>
            <a:ext cx="5739493" cy="354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736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5E7755-7105-6429-F559-2F1A25A46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83DB5F-F71D-3C38-F81B-F1B959212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46F38C9-4568-FD79-089B-A2A00178A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9E14F62-C8BF-BD8A-92AA-972F77C7C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729177A-929A-252A-CF71-93F4CC551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 fontScale="90000"/>
          </a:bodyPr>
          <a:lstStyle/>
          <a:p>
            <a:r>
              <a:rPr lang="fr-FR" sz="4000" dirty="0"/>
              <a:t>CADENCE MENSUELLE DES SORTIES POP(BONUS)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F10A21-3337-25A3-DABF-2DBB2BF0E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CD6356E-EE72-7226-883C-5B336D741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7" y="2085329"/>
            <a:ext cx="11423905" cy="46807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Nous avions une deuxième source : dates officielles de sortie :</a:t>
            </a:r>
          </a:p>
          <a:p>
            <a:pPr marL="0" indent="0">
              <a:buNone/>
            </a:pPr>
            <a:r>
              <a:rPr lang="fr-FR" dirty="0"/>
              <a:t>Série mensuelle du nombre de sorties Pop</a:t>
            </a:r>
          </a:p>
          <a:p>
            <a:pPr marL="0" indent="0">
              <a:buNone/>
            </a:pPr>
            <a:r>
              <a:rPr lang="fr-FR" dirty="0"/>
              <a:t>Test sur les 6 derniers mois </a:t>
            </a:r>
          </a:p>
          <a:p>
            <a:pPr marL="0" indent="0">
              <a:buNone/>
            </a:pPr>
            <a:r>
              <a:rPr lang="fr-FR" dirty="0"/>
              <a:t>Prophet</a:t>
            </a:r>
          </a:p>
          <a:p>
            <a:pPr marL="0" indent="0">
              <a:buNone/>
            </a:pPr>
            <a:r>
              <a:rPr lang="fr-FR" dirty="0"/>
              <a:t>MAE: 47,89</a:t>
            </a:r>
          </a:p>
          <a:p>
            <a:pPr marL="0" indent="0">
              <a:buNone/>
            </a:pPr>
            <a:r>
              <a:rPr lang="fr-FR" dirty="0"/>
              <a:t>RMSE:79,45</a:t>
            </a:r>
          </a:p>
          <a:p>
            <a:pPr marL="0" indent="0">
              <a:buNone/>
            </a:pPr>
            <a:r>
              <a:rPr lang="fr-FR" dirty="0"/>
              <a:t>MAPE:20,81%</a:t>
            </a:r>
          </a:p>
          <a:p>
            <a:pPr marL="0" indent="0">
              <a:buNone/>
            </a:pPr>
            <a:r>
              <a:rPr lang="fr-FR" dirty="0"/>
              <a:t>Biais de fin de période: les sorties récentes n’ont pas toutes eu suffisamment de temps pour atteindre </a:t>
            </a:r>
            <a:r>
              <a:rPr lang="fr-FR"/>
              <a:t>les classements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9470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8CCDA1-0AE8-E408-B43E-2AF99BEA5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D83C78E-5EB2-7288-F19D-CC6A7258B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408A83-76DB-E4C9-6F9D-2D50C1F9B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0E88F6C-BB8B-D037-04D5-1D8B4078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2F36CEB-3963-FF69-0ADD-AE297AAE5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fr-FR" sz="4000" dirty="0"/>
              <a:t>RECOMMANDATIONS ET LIMITES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83FFB6-B10B-6904-8EE8-A028DFC30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908FC23-A8A9-626A-B1BB-D60C0F7BA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4" y="2177266"/>
            <a:ext cx="11423905" cy="4680734"/>
          </a:xfrm>
        </p:spPr>
        <p:txBody>
          <a:bodyPr>
            <a:normAutofit fontScale="70000" lnSpcReduction="20000"/>
          </a:bodyPr>
          <a:lstStyle/>
          <a:p>
            <a:r>
              <a:rPr lang="fr-FR" dirty="0"/>
              <a:t>Recommandation pour les labels</a:t>
            </a:r>
          </a:p>
          <a:p>
            <a:pPr marL="0" indent="0">
              <a:buNone/>
            </a:pPr>
            <a:r>
              <a:rPr lang="fr-FR" dirty="0"/>
              <a:t>Ce que les analyses permettent  :</a:t>
            </a:r>
          </a:p>
          <a:p>
            <a:pPr marL="0" indent="0">
              <a:buNone/>
            </a:pPr>
            <a:r>
              <a:rPr lang="fr-FR" dirty="0"/>
              <a:t>Identifier les caractéristiques audio associées</a:t>
            </a:r>
          </a:p>
          <a:p>
            <a:pPr marL="0" indent="0">
              <a:buNone/>
            </a:pPr>
            <a:r>
              <a:rPr lang="fr-FR" dirty="0"/>
              <a:t>Comparer les dynamiques de popularité selon les genres</a:t>
            </a:r>
          </a:p>
          <a:p>
            <a:pPr marL="0" indent="0">
              <a:buNone/>
            </a:pPr>
            <a:r>
              <a:rPr lang="fr-FR" dirty="0"/>
              <a:t>Comprendre le positionnement du contenu explicit</a:t>
            </a:r>
          </a:p>
          <a:p>
            <a:pPr marL="0" indent="0">
              <a:buNone/>
            </a:pPr>
            <a:r>
              <a:rPr lang="fr-FR" dirty="0"/>
              <a:t>Anticiper une tendance générale de présence Pop</a:t>
            </a:r>
          </a:p>
          <a:p>
            <a:pPr marL="0" indent="0">
              <a:buNone/>
            </a:pPr>
            <a:r>
              <a:rPr lang="fr-FR" dirty="0"/>
              <a:t>Utiliser la prévision comme aide à la planification </a:t>
            </a:r>
          </a:p>
          <a:p>
            <a:pPr marL="0" indent="0">
              <a:buNone/>
            </a:pPr>
            <a:r>
              <a:rPr lang="fr-FR" dirty="0"/>
              <a:t>Ce qu’elles ne permettent pas :</a:t>
            </a:r>
          </a:p>
          <a:p>
            <a:pPr marL="0" indent="0">
              <a:buNone/>
            </a:pPr>
            <a:r>
              <a:rPr lang="fr-FR" dirty="0"/>
              <a:t>Établir une causalité</a:t>
            </a:r>
          </a:p>
          <a:p>
            <a:pPr marL="0" indent="0">
              <a:buNone/>
            </a:pPr>
            <a:r>
              <a:rPr lang="fr-FR" dirty="0"/>
              <a:t>Garantir un nombre exact de morceaux Pop</a:t>
            </a:r>
          </a:p>
          <a:p>
            <a:pPr marL="0" indent="0">
              <a:buNone/>
            </a:pPr>
            <a:r>
              <a:rPr lang="fr-FR" dirty="0"/>
              <a:t>Anticiper un hit viral</a:t>
            </a:r>
          </a:p>
          <a:p>
            <a:pPr marL="0" indent="0">
              <a:buNone/>
            </a:pPr>
            <a:r>
              <a:rPr lang="fr-FR" dirty="0"/>
              <a:t>Prévoir un changement d’algorithme ou de comportement </a:t>
            </a:r>
          </a:p>
          <a:p>
            <a:pPr marL="0" indent="0">
              <a:buNone/>
            </a:pPr>
            <a:r>
              <a:rPr lang="fr-FR" dirty="0"/>
              <a:t>Les modèles et les tests statistiques sont des outils d’aide à la décision, ils vont réduire l’incertitude mais ne la supprimeront pas.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507886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BEDC311-F502-53FF-A6A0-0A0ACAC34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Annexes : échanges avec Companion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C5F81DC2-AAEE-F8BF-F5EE-57F4ED1A41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426" y="1752600"/>
            <a:ext cx="5196548" cy="245536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B451D1C-8B52-A0AB-8AAF-9DC2B7ECF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46423"/>
            <a:ext cx="4351792" cy="186772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C765EBA-8C44-8514-CDD1-82BC42B98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4111" y="4207969"/>
            <a:ext cx="6861403" cy="248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51210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2817</TotalTime>
  <Words>1063</Words>
  <Application>Microsoft Office PowerPoint</Application>
  <PresentationFormat>Grand écran</PresentationFormat>
  <Paragraphs>182</Paragraphs>
  <Slides>25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Thème Office</vt:lpstr>
      <vt:lpstr>MeloWave</vt:lpstr>
      <vt:lpstr>Contexte et démarche</vt:lpstr>
      <vt:lpstr>MISSION 1 : QUALITE DES DONNEES</vt:lpstr>
      <vt:lpstr>MISSION 1 : QUALITE DES DONNEES</vt:lpstr>
      <vt:lpstr>MISSION 1 : DESCRIPTION DU CATALOGUE</vt:lpstr>
      <vt:lpstr>MISSION 1 : DESCRIPTION DU CATALOGUE</vt:lpstr>
      <vt:lpstr>MISSION 1 : VALEURS ATYPIQUES ET PROFILS MUSICAUX</vt:lpstr>
      <vt:lpstr>MISSION 1 : VALEURS ATYPIQUES ET PROFILS MUSICAUX</vt:lpstr>
      <vt:lpstr>QUESTION 1 : LES CARACTERISTIQUES AUDIO SONT-ELLES LIEES ?</vt:lpstr>
      <vt:lpstr>QUESTION 1 : LES CARACTERISTIQUES AUDIO SONT-ELLES LIEES ?</vt:lpstr>
      <vt:lpstr>QUESTION  2 : LA POPULARITE DIFFERE-T-ELLE SELON LE GENRE ?</vt:lpstr>
      <vt:lpstr>QUESTION  2 : LA POPULARITE DIFFERE-T-ELLE SELON LE GENRE ?</vt:lpstr>
      <vt:lpstr>QUESTION  3 : LE CONTENU EXPLICITE DEPEND-IL DU GENRE ?</vt:lpstr>
      <vt:lpstr>QUESTION  3 : LE CONTENU EXPLICITE DEPEND-IL DU GENRE ?</vt:lpstr>
      <vt:lpstr>SYNTHESE MISSION 1</vt:lpstr>
      <vt:lpstr>MISSION 2 : CONSTRUIRE LA SERIE TEMPORELLE</vt:lpstr>
      <vt:lpstr>MISSION 2 : TENDANCE DE LA PRESENCE POP</vt:lpstr>
      <vt:lpstr>MISSION 2 : EVALUER PROPHET</vt:lpstr>
      <vt:lpstr>MISSION 2 : QUALITE DE LA PREVISION</vt:lpstr>
      <vt:lpstr>MISSION 2 : QUALITE DE LA PREVISION</vt:lpstr>
      <vt:lpstr>MISSION 2 : PREVISION FINALE A 6 MOIS</vt:lpstr>
      <vt:lpstr>MISSION 2 : PREVISION FINALE A 6 MOIS</vt:lpstr>
      <vt:lpstr>CADENCE MENSUELLE DES SORTIES POP(BONUS)</vt:lpstr>
      <vt:lpstr>RECOMMANDATIONS ET LIMITES</vt:lpstr>
      <vt:lpstr>Annexes : échanges avec Companion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Ines Belhoussine</dc:creator>
  <cp:lastModifiedBy>Ines Belhoussine</cp:lastModifiedBy>
  <cp:revision>1</cp:revision>
  <dcterms:created xsi:type="dcterms:W3CDTF">2026-08-17T21:42:56Z</dcterms:created>
  <dcterms:modified xsi:type="dcterms:W3CDTF">2026-08-20T18:59:22Z</dcterms:modified>
</cp:coreProperties>
</file>